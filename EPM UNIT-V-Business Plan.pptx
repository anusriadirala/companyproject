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changesInfos/changesInfo1.xml" ContentType="application/vnd.ms-powerpoint.changesinfo+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59" r:id="rId1"/>
  </p:sldMasterIdLst>
  <p:sldIdLst>
    <p:sldId id="257" r:id="rId2"/>
    <p:sldId id="259" r:id="rId3"/>
    <p:sldId id="260" r:id="rId4"/>
    <p:sldId id="275" r:id="rId5"/>
    <p:sldId id="276" r:id="rId6"/>
    <p:sldId id="261" r:id="rId7"/>
    <p:sldId id="264" r:id="rId8"/>
    <p:sldId id="263" r:id="rId9"/>
    <p:sldId id="266" r:id="rId10"/>
    <p:sldId id="265" r:id="rId11"/>
    <p:sldId id="267" r:id="rId12"/>
    <p:sldId id="268" r:id="rId13"/>
    <p:sldId id="269" r:id="rId14"/>
    <p:sldId id="270" r:id="rId15"/>
    <p:sldId id="271" r:id="rId16"/>
    <p:sldId id="272" r:id="rId17"/>
    <p:sldId id="273" r:id="rId18"/>
    <p:sldId id="27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D3A8826-C425-168D-7E26-EBB8F5BCD8BF}" v="1" dt="2021-11-01T16:26:04.489"/>
    <p1510:client id="{5EA271D9-CF75-4DA0-BFA1-7EB7289A23FF}" v="81" dt="2021-11-01T13:17:58.152"/>
    <p1510:client id="{9E579065-865A-F5CB-D4A7-4ED6F793E0A9}" v="583" dt="2021-11-02T17:14:39.32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9972" autoAdjust="0"/>
    <p:restoredTop sz="94660"/>
  </p:normalViewPr>
  <p:slideViewPr>
    <p:cSldViewPr snapToGrid="0">
      <p:cViewPr varScale="1">
        <p:scale>
          <a:sx n="63" d="100"/>
          <a:sy n="63" d="100"/>
        </p:scale>
        <p:origin x="612" y="5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36"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 Id="rId35"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ijaya Lakshmi V" userId="S::vijayavageesh@gnits.in::4344058e-bd1b-4220-9dbc-9d0ba7f69dd4" providerId="AD" clId="Web-{4D3A8826-C425-168D-7E26-EBB8F5BCD8BF}"/>
    <pc:docChg chg="modSld">
      <pc:chgData name="Vijaya Lakshmi V" userId="S::vijayavageesh@gnits.in::4344058e-bd1b-4220-9dbc-9d0ba7f69dd4" providerId="AD" clId="Web-{4D3A8826-C425-168D-7E26-EBB8F5BCD8BF}" dt="2021-11-01T16:26:04.489" v="1" actId="20577"/>
      <pc:docMkLst>
        <pc:docMk/>
      </pc:docMkLst>
      <pc:sldChg chg="modSp">
        <pc:chgData name="Vijaya Lakshmi V" userId="S::vijayavageesh@gnits.in::4344058e-bd1b-4220-9dbc-9d0ba7f69dd4" providerId="AD" clId="Web-{4D3A8826-C425-168D-7E26-EBB8F5BCD8BF}" dt="2021-11-01T16:26:04.489" v="1" actId="20577"/>
        <pc:sldMkLst>
          <pc:docMk/>
          <pc:sldMk cId="989986097" sldId="258"/>
        </pc:sldMkLst>
        <pc:spChg chg="mod">
          <ac:chgData name="Vijaya Lakshmi V" userId="S::vijayavageesh@gnits.in::4344058e-bd1b-4220-9dbc-9d0ba7f69dd4" providerId="AD" clId="Web-{4D3A8826-C425-168D-7E26-EBB8F5BCD8BF}" dt="2021-11-01T16:26:04.489" v="1" actId="20577"/>
          <ac:spMkLst>
            <pc:docMk/>
            <pc:sldMk cId="989986097" sldId="258"/>
            <ac:spMk id="3" creationId="{EE64FDE0-86B0-4908-AEAF-31C664242FF1}"/>
          </ac:spMkLst>
        </pc:spChg>
      </pc:sldChg>
    </pc:docChg>
  </pc:docChgLst>
  <pc:docChgLst>
    <pc:chgData name="Vijaya Lakshmi V" userId="S::vijayavageesh@gnits.in::4344058e-bd1b-4220-9dbc-9d0ba7f69dd4" providerId="AD" clId="Web-{9E579065-865A-F5CB-D4A7-4ED6F793E0A9}"/>
    <pc:docChg chg="addSld modSld addMainMaster delMainMaster">
      <pc:chgData name="Vijaya Lakshmi V" userId="S::vijayavageesh@gnits.in::4344058e-bd1b-4220-9dbc-9d0ba7f69dd4" providerId="AD" clId="Web-{9E579065-865A-F5CB-D4A7-4ED6F793E0A9}" dt="2021-11-02T17:14:39.327" v="608" actId="20577"/>
      <pc:docMkLst>
        <pc:docMk/>
      </pc:docMkLst>
      <pc:sldChg chg="modSp mod modClrScheme chgLayout">
        <pc:chgData name="Vijaya Lakshmi V" userId="S::vijayavageesh@gnits.in::4344058e-bd1b-4220-9dbc-9d0ba7f69dd4" providerId="AD" clId="Web-{9E579065-865A-F5CB-D4A7-4ED6F793E0A9}" dt="2021-11-02T13:24:01.893" v="3"/>
        <pc:sldMkLst>
          <pc:docMk/>
          <pc:sldMk cId="109857222" sldId="256"/>
        </pc:sldMkLst>
        <pc:spChg chg="mod ord">
          <ac:chgData name="Vijaya Lakshmi V" userId="S::vijayavageesh@gnits.in::4344058e-bd1b-4220-9dbc-9d0ba7f69dd4" providerId="AD" clId="Web-{9E579065-865A-F5CB-D4A7-4ED6F793E0A9}" dt="2021-11-02T13:24:01.893" v="3"/>
          <ac:spMkLst>
            <pc:docMk/>
            <pc:sldMk cId="109857222" sldId="256"/>
            <ac:spMk id="2" creationId="{00000000-0000-0000-0000-000000000000}"/>
          </ac:spMkLst>
        </pc:spChg>
        <pc:spChg chg="mod ord">
          <ac:chgData name="Vijaya Lakshmi V" userId="S::vijayavageesh@gnits.in::4344058e-bd1b-4220-9dbc-9d0ba7f69dd4" providerId="AD" clId="Web-{9E579065-865A-F5CB-D4A7-4ED6F793E0A9}" dt="2021-11-02T13:24:01.893" v="3"/>
          <ac:spMkLst>
            <pc:docMk/>
            <pc:sldMk cId="109857222" sldId="256"/>
            <ac:spMk id="3" creationId="{00000000-0000-0000-0000-000000000000}"/>
          </ac:spMkLst>
        </pc:spChg>
      </pc:sldChg>
      <pc:sldChg chg="modSp mod modClrScheme chgLayout">
        <pc:chgData name="Vijaya Lakshmi V" userId="S::vijayavageesh@gnits.in::4344058e-bd1b-4220-9dbc-9d0ba7f69dd4" providerId="AD" clId="Web-{9E579065-865A-F5CB-D4A7-4ED6F793E0A9}" dt="2021-11-02T13:24:01.893" v="3"/>
        <pc:sldMkLst>
          <pc:docMk/>
          <pc:sldMk cId="517950254" sldId="257"/>
        </pc:sldMkLst>
        <pc:spChg chg="mod ord">
          <ac:chgData name="Vijaya Lakshmi V" userId="S::vijayavageesh@gnits.in::4344058e-bd1b-4220-9dbc-9d0ba7f69dd4" providerId="AD" clId="Web-{9E579065-865A-F5CB-D4A7-4ED6F793E0A9}" dt="2021-11-02T13:24:01.893" v="3"/>
          <ac:spMkLst>
            <pc:docMk/>
            <pc:sldMk cId="517950254" sldId="257"/>
            <ac:spMk id="4" creationId="{E8DFA3A0-76E2-4C67-9825-8D318264F210}"/>
          </ac:spMkLst>
        </pc:spChg>
        <pc:spChg chg="mod ord">
          <ac:chgData name="Vijaya Lakshmi V" userId="S::vijayavageesh@gnits.in::4344058e-bd1b-4220-9dbc-9d0ba7f69dd4" providerId="AD" clId="Web-{9E579065-865A-F5CB-D4A7-4ED6F793E0A9}" dt="2021-11-02T13:24:01.893" v="3"/>
          <ac:spMkLst>
            <pc:docMk/>
            <pc:sldMk cId="517950254" sldId="257"/>
            <ac:spMk id="5" creationId="{0FF2BE7B-DA1D-478A-9A0F-0683CCAE2AB3}"/>
          </ac:spMkLst>
        </pc:spChg>
      </pc:sldChg>
      <pc:sldChg chg="modSp mod modClrScheme chgLayout">
        <pc:chgData name="Vijaya Lakshmi V" userId="S::vijayavageesh@gnits.in::4344058e-bd1b-4220-9dbc-9d0ba7f69dd4" providerId="AD" clId="Web-{9E579065-865A-F5CB-D4A7-4ED6F793E0A9}" dt="2021-11-02T13:29:56.677" v="60" actId="20577"/>
        <pc:sldMkLst>
          <pc:docMk/>
          <pc:sldMk cId="989986097" sldId="258"/>
        </pc:sldMkLst>
        <pc:spChg chg="mod ord">
          <ac:chgData name="Vijaya Lakshmi V" userId="S::vijayavageesh@gnits.in::4344058e-bd1b-4220-9dbc-9d0ba7f69dd4" providerId="AD" clId="Web-{9E579065-865A-F5CB-D4A7-4ED6F793E0A9}" dt="2021-11-02T13:24:01.893" v="3"/>
          <ac:spMkLst>
            <pc:docMk/>
            <pc:sldMk cId="989986097" sldId="258"/>
            <ac:spMk id="2" creationId="{F2F29F3D-1640-4DA2-8284-A46F078AF50D}"/>
          </ac:spMkLst>
        </pc:spChg>
        <pc:spChg chg="mod ord">
          <ac:chgData name="Vijaya Lakshmi V" userId="S::vijayavageesh@gnits.in::4344058e-bd1b-4220-9dbc-9d0ba7f69dd4" providerId="AD" clId="Web-{9E579065-865A-F5CB-D4A7-4ED6F793E0A9}" dt="2021-11-02T13:29:56.677" v="60" actId="20577"/>
          <ac:spMkLst>
            <pc:docMk/>
            <pc:sldMk cId="989986097" sldId="258"/>
            <ac:spMk id="3" creationId="{EE64FDE0-86B0-4908-AEAF-31C664242FF1}"/>
          </ac:spMkLst>
        </pc:spChg>
      </pc:sldChg>
      <pc:sldChg chg="modSp new">
        <pc:chgData name="Vijaya Lakshmi V" userId="S::vijayavageesh@gnits.in::4344058e-bd1b-4220-9dbc-9d0ba7f69dd4" providerId="AD" clId="Web-{9E579065-865A-F5CB-D4A7-4ED6F793E0A9}" dt="2021-11-02T16:24:35.358" v="170" actId="14100"/>
        <pc:sldMkLst>
          <pc:docMk/>
          <pc:sldMk cId="723596755" sldId="259"/>
        </pc:sldMkLst>
        <pc:spChg chg="mod">
          <ac:chgData name="Vijaya Lakshmi V" userId="S::vijayavageesh@gnits.in::4344058e-bd1b-4220-9dbc-9d0ba7f69dd4" providerId="AD" clId="Web-{9E579065-865A-F5CB-D4A7-4ED6F793E0A9}" dt="2021-11-02T16:24:35.358" v="170" actId="14100"/>
          <ac:spMkLst>
            <pc:docMk/>
            <pc:sldMk cId="723596755" sldId="259"/>
            <ac:spMk id="2" creationId="{8D6A2254-5D51-4C7D-B271-AACDAA33A91B}"/>
          </ac:spMkLst>
        </pc:spChg>
        <pc:spChg chg="mod">
          <ac:chgData name="Vijaya Lakshmi V" userId="S::vijayavageesh@gnits.in::4344058e-bd1b-4220-9dbc-9d0ba7f69dd4" providerId="AD" clId="Web-{9E579065-865A-F5CB-D4A7-4ED6F793E0A9}" dt="2021-11-02T13:35:49.724" v="167" actId="20577"/>
          <ac:spMkLst>
            <pc:docMk/>
            <pc:sldMk cId="723596755" sldId="259"/>
            <ac:spMk id="3" creationId="{385AC94F-FD7A-4EFB-AD9E-EC3350E7A3FA}"/>
          </ac:spMkLst>
        </pc:spChg>
      </pc:sldChg>
      <pc:sldChg chg="modSp new">
        <pc:chgData name="Vijaya Lakshmi V" userId="S::vijayavageesh@gnits.in::4344058e-bd1b-4220-9dbc-9d0ba7f69dd4" providerId="AD" clId="Web-{9E579065-865A-F5CB-D4A7-4ED6F793E0A9}" dt="2021-11-02T16:30:48.220" v="187" actId="20577"/>
        <pc:sldMkLst>
          <pc:docMk/>
          <pc:sldMk cId="2771284956" sldId="260"/>
        </pc:sldMkLst>
        <pc:spChg chg="mod">
          <ac:chgData name="Vijaya Lakshmi V" userId="S::vijayavageesh@gnits.in::4344058e-bd1b-4220-9dbc-9d0ba7f69dd4" providerId="AD" clId="Web-{9E579065-865A-F5CB-D4A7-4ED6F793E0A9}" dt="2021-11-02T16:30:33.095" v="185" actId="20577"/>
          <ac:spMkLst>
            <pc:docMk/>
            <pc:sldMk cId="2771284956" sldId="260"/>
            <ac:spMk id="2" creationId="{DF2A8B2A-28B4-42EE-A595-75E1A0A74CDD}"/>
          </ac:spMkLst>
        </pc:spChg>
        <pc:spChg chg="mod">
          <ac:chgData name="Vijaya Lakshmi V" userId="S::vijayavageesh@gnits.in::4344058e-bd1b-4220-9dbc-9d0ba7f69dd4" providerId="AD" clId="Web-{9E579065-865A-F5CB-D4A7-4ED6F793E0A9}" dt="2021-11-02T16:30:48.220" v="187" actId="20577"/>
          <ac:spMkLst>
            <pc:docMk/>
            <pc:sldMk cId="2771284956" sldId="260"/>
            <ac:spMk id="3" creationId="{67E8ABC3-137A-4EA1-9F86-29CB1A5879EA}"/>
          </ac:spMkLst>
        </pc:spChg>
      </pc:sldChg>
      <pc:sldChg chg="modSp new">
        <pc:chgData name="Vijaya Lakshmi V" userId="S::vijayavageesh@gnits.in::4344058e-bd1b-4220-9dbc-9d0ba7f69dd4" providerId="AD" clId="Web-{9E579065-865A-F5CB-D4A7-4ED6F793E0A9}" dt="2021-11-02T16:32:59.502" v="202" actId="20577"/>
        <pc:sldMkLst>
          <pc:docMk/>
          <pc:sldMk cId="3289349993" sldId="261"/>
        </pc:sldMkLst>
        <pc:spChg chg="mod">
          <ac:chgData name="Vijaya Lakshmi V" userId="S::vijayavageesh@gnits.in::4344058e-bd1b-4220-9dbc-9d0ba7f69dd4" providerId="AD" clId="Web-{9E579065-865A-F5CB-D4A7-4ED6F793E0A9}" dt="2021-11-02T16:32:09.346" v="194" actId="20577"/>
          <ac:spMkLst>
            <pc:docMk/>
            <pc:sldMk cId="3289349993" sldId="261"/>
            <ac:spMk id="2" creationId="{63D8E02D-AA8A-48EC-B2CC-D762123C545E}"/>
          </ac:spMkLst>
        </pc:spChg>
        <pc:spChg chg="mod">
          <ac:chgData name="Vijaya Lakshmi V" userId="S::vijayavageesh@gnits.in::4344058e-bd1b-4220-9dbc-9d0ba7f69dd4" providerId="AD" clId="Web-{9E579065-865A-F5CB-D4A7-4ED6F793E0A9}" dt="2021-11-02T16:32:59.502" v="202" actId="20577"/>
          <ac:spMkLst>
            <pc:docMk/>
            <pc:sldMk cId="3289349993" sldId="261"/>
            <ac:spMk id="3" creationId="{0EBA9556-33B0-4935-B4C4-F262E68439B4}"/>
          </ac:spMkLst>
        </pc:spChg>
      </pc:sldChg>
      <pc:sldChg chg="modSp new">
        <pc:chgData name="Vijaya Lakshmi V" userId="S::vijayavageesh@gnits.in::4344058e-bd1b-4220-9dbc-9d0ba7f69dd4" providerId="AD" clId="Web-{9E579065-865A-F5CB-D4A7-4ED6F793E0A9}" dt="2021-11-02T16:40:46.504" v="255" actId="14100"/>
        <pc:sldMkLst>
          <pc:docMk/>
          <pc:sldMk cId="532309805" sldId="262"/>
        </pc:sldMkLst>
        <pc:spChg chg="mod">
          <ac:chgData name="Vijaya Lakshmi V" userId="S::vijayavageesh@gnits.in::4344058e-bd1b-4220-9dbc-9d0ba7f69dd4" providerId="AD" clId="Web-{9E579065-865A-F5CB-D4A7-4ED6F793E0A9}" dt="2021-11-02T16:35:01.753" v="211" actId="14100"/>
          <ac:spMkLst>
            <pc:docMk/>
            <pc:sldMk cId="532309805" sldId="262"/>
            <ac:spMk id="2" creationId="{5B9F837E-BD89-47D5-9464-642A65D8BC45}"/>
          </ac:spMkLst>
        </pc:spChg>
        <pc:spChg chg="mod">
          <ac:chgData name="Vijaya Lakshmi V" userId="S::vijayavageesh@gnits.in::4344058e-bd1b-4220-9dbc-9d0ba7f69dd4" providerId="AD" clId="Web-{9E579065-865A-F5CB-D4A7-4ED6F793E0A9}" dt="2021-11-02T16:40:46.504" v="255" actId="14100"/>
          <ac:spMkLst>
            <pc:docMk/>
            <pc:sldMk cId="532309805" sldId="262"/>
            <ac:spMk id="3" creationId="{D9B816C2-782A-4941-A1FB-94288D51CFCA}"/>
          </ac:spMkLst>
        </pc:spChg>
      </pc:sldChg>
      <pc:sldChg chg="modSp new">
        <pc:chgData name="Vijaya Lakshmi V" userId="S::vijayavageesh@gnits.in::4344058e-bd1b-4220-9dbc-9d0ba7f69dd4" providerId="AD" clId="Web-{9E579065-865A-F5CB-D4A7-4ED6F793E0A9}" dt="2021-11-02T16:44:13.427" v="298" actId="14100"/>
        <pc:sldMkLst>
          <pc:docMk/>
          <pc:sldMk cId="179010766" sldId="263"/>
        </pc:sldMkLst>
        <pc:spChg chg="mod">
          <ac:chgData name="Vijaya Lakshmi V" userId="S::vijayavageesh@gnits.in::4344058e-bd1b-4220-9dbc-9d0ba7f69dd4" providerId="AD" clId="Web-{9E579065-865A-F5CB-D4A7-4ED6F793E0A9}" dt="2021-11-02T16:43:28.302" v="286" actId="14100"/>
          <ac:spMkLst>
            <pc:docMk/>
            <pc:sldMk cId="179010766" sldId="263"/>
            <ac:spMk id="2" creationId="{10460461-9687-4843-AC10-7E29A0C08602}"/>
          </ac:spMkLst>
        </pc:spChg>
        <pc:spChg chg="mod">
          <ac:chgData name="Vijaya Lakshmi V" userId="S::vijayavageesh@gnits.in::4344058e-bd1b-4220-9dbc-9d0ba7f69dd4" providerId="AD" clId="Web-{9E579065-865A-F5CB-D4A7-4ED6F793E0A9}" dt="2021-11-02T16:44:13.427" v="298" actId="14100"/>
          <ac:spMkLst>
            <pc:docMk/>
            <pc:sldMk cId="179010766" sldId="263"/>
            <ac:spMk id="3" creationId="{E92BB5FE-5D20-4B7E-AB79-670A1E9F1BB7}"/>
          </ac:spMkLst>
        </pc:spChg>
      </pc:sldChg>
      <pc:sldChg chg="modSp new">
        <pc:chgData name="Vijaya Lakshmi V" userId="S::vijayavageesh@gnits.in::4344058e-bd1b-4220-9dbc-9d0ba7f69dd4" providerId="AD" clId="Web-{9E579065-865A-F5CB-D4A7-4ED6F793E0A9}" dt="2021-11-02T16:47:09.256" v="334" actId="14100"/>
        <pc:sldMkLst>
          <pc:docMk/>
          <pc:sldMk cId="2879284139" sldId="264"/>
        </pc:sldMkLst>
        <pc:spChg chg="mod">
          <ac:chgData name="Vijaya Lakshmi V" userId="S::vijayavageesh@gnits.in::4344058e-bd1b-4220-9dbc-9d0ba7f69dd4" providerId="AD" clId="Web-{9E579065-865A-F5CB-D4A7-4ED6F793E0A9}" dt="2021-11-02T16:45:32.818" v="318" actId="14100"/>
          <ac:spMkLst>
            <pc:docMk/>
            <pc:sldMk cId="2879284139" sldId="264"/>
            <ac:spMk id="2" creationId="{7849523B-C609-4155-BD18-F0957047E42C}"/>
          </ac:spMkLst>
        </pc:spChg>
        <pc:spChg chg="mod">
          <ac:chgData name="Vijaya Lakshmi V" userId="S::vijayavageesh@gnits.in::4344058e-bd1b-4220-9dbc-9d0ba7f69dd4" providerId="AD" clId="Web-{9E579065-865A-F5CB-D4A7-4ED6F793E0A9}" dt="2021-11-02T16:47:09.256" v="334" actId="14100"/>
          <ac:spMkLst>
            <pc:docMk/>
            <pc:sldMk cId="2879284139" sldId="264"/>
            <ac:spMk id="3" creationId="{EA851195-0F6D-467A-93AB-2972909C48E1}"/>
          </ac:spMkLst>
        </pc:spChg>
      </pc:sldChg>
      <pc:sldChg chg="modSp new">
        <pc:chgData name="Vijaya Lakshmi V" userId="S::vijayavageesh@gnits.in::4344058e-bd1b-4220-9dbc-9d0ba7f69dd4" providerId="AD" clId="Web-{9E579065-865A-F5CB-D4A7-4ED6F793E0A9}" dt="2021-11-02T16:48:37.444" v="346" actId="14100"/>
        <pc:sldMkLst>
          <pc:docMk/>
          <pc:sldMk cId="2322114679" sldId="265"/>
        </pc:sldMkLst>
        <pc:spChg chg="mod">
          <ac:chgData name="Vijaya Lakshmi V" userId="S::vijayavageesh@gnits.in::4344058e-bd1b-4220-9dbc-9d0ba7f69dd4" providerId="AD" clId="Web-{9E579065-865A-F5CB-D4A7-4ED6F793E0A9}" dt="2021-11-02T16:45:16.896" v="316" actId="14100"/>
          <ac:spMkLst>
            <pc:docMk/>
            <pc:sldMk cId="2322114679" sldId="265"/>
            <ac:spMk id="2" creationId="{1109471E-0F9D-4253-BC1B-4EF1AC9706E2}"/>
          </ac:spMkLst>
        </pc:spChg>
        <pc:spChg chg="mod">
          <ac:chgData name="Vijaya Lakshmi V" userId="S::vijayavageesh@gnits.in::4344058e-bd1b-4220-9dbc-9d0ba7f69dd4" providerId="AD" clId="Web-{9E579065-865A-F5CB-D4A7-4ED6F793E0A9}" dt="2021-11-02T16:48:37.444" v="346" actId="14100"/>
          <ac:spMkLst>
            <pc:docMk/>
            <pc:sldMk cId="2322114679" sldId="265"/>
            <ac:spMk id="3" creationId="{85A685A3-6FAA-4CD3-93AA-463B1B2A1F2F}"/>
          </ac:spMkLst>
        </pc:spChg>
      </pc:sldChg>
      <pc:sldChg chg="modSp new">
        <pc:chgData name="Vijaya Lakshmi V" userId="S::vijayavageesh@gnits.in::4344058e-bd1b-4220-9dbc-9d0ba7f69dd4" providerId="AD" clId="Web-{9E579065-865A-F5CB-D4A7-4ED6F793E0A9}" dt="2021-11-02T16:57:44.698" v="386" actId="20577"/>
        <pc:sldMkLst>
          <pc:docMk/>
          <pc:sldMk cId="2703805807" sldId="266"/>
        </pc:sldMkLst>
        <pc:spChg chg="mod">
          <ac:chgData name="Vijaya Lakshmi V" userId="S::vijayavageesh@gnits.in::4344058e-bd1b-4220-9dbc-9d0ba7f69dd4" providerId="AD" clId="Web-{9E579065-865A-F5CB-D4A7-4ED6F793E0A9}" dt="2021-11-02T16:55:33.790" v="353" actId="20577"/>
          <ac:spMkLst>
            <pc:docMk/>
            <pc:sldMk cId="2703805807" sldId="266"/>
            <ac:spMk id="2" creationId="{3464CF93-4A92-4407-81BF-660816473CFF}"/>
          </ac:spMkLst>
        </pc:spChg>
        <pc:spChg chg="mod">
          <ac:chgData name="Vijaya Lakshmi V" userId="S::vijayavageesh@gnits.in::4344058e-bd1b-4220-9dbc-9d0ba7f69dd4" providerId="AD" clId="Web-{9E579065-865A-F5CB-D4A7-4ED6F793E0A9}" dt="2021-11-02T16:57:44.698" v="386" actId="20577"/>
          <ac:spMkLst>
            <pc:docMk/>
            <pc:sldMk cId="2703805807" sldId="266"/>
            <ac:spMk id="3" creationId="{5EFE3E7E-17B0-49E1-B8C2-5F60E1FE2324}"/>
          </ac:spMkLst>
        </pc:spChg>
      </pc:sldChg>
      <pc:sldChg chg="modSp new">
        <pc:chgData name="Vijaya Lakshmi V" userId="S::vijayavageesh@gnits.in::4344058e-bd1b-4220-9dbc-9d0ba7f69dd4" providerId="AD" clId="Web-{9E579065-865A-F5CB-D4A7-4ED6F793E0A9}" dt="2021-11-02T17:03:33.824" v="422" actId="20577"/>
        <pc:sldMkLst>
          <pc:docMk/>
          <pc:sldMk cId="276519666" sldId="267"/>
        </pc:sldMkLst>
        <pc:spChg chg="mod">
          <ac:chgData name="Vijaya Lakshmi V" userId="S::vijayavageesh@gnits.in::4344058e-bd1b-4220-9dbc-9d0ba7f69dd4" providerId="AD" clId="Web-{9E579065-865A-F5CB-D4A7-4ED6F793E0A9}" dt="2021-11-02T16:59:12.604" v="403" actId="20577"/>
          <ac:spMkLst>
            <pc:docMk/>
            <pc:sldMk cId="276519666" sldId="267"/>
            <ac:spMk id="2" creationId="{3AFC90F2-D268-4D82-A5AD-D16F1BF3FFD9}"/>
          </ac:spMkLst>
        </pc:spChg>
        <pc:spChg chg="mod">
          <ac:chgData name="Vijaya Lakshmi V" userId="S::vijayavageesh@gnits.in::4344058e-bd1b-4220-9dbc-9d0ba7f69dd4" providerId="AD" clId="Web-{9E579065-865A-F5CB-D4A7-4ED6F793E0A9}" dt="2021-11-02T17:03:33.824" v="422" actId="20577"/>
          <ac:spMkLst>
            <pc:docMk/>
            <pc:sldMk cId="276519666" sldId="267"/>
            <ac:spMk id="3" creationId="{483A4DCF-A411-4C47-A650-D09AAE0E0794}"/>
          </ac:spMkLst>
        </pc:spChg>
      </pc:sldChg>
      <pc:sldChg chg="modSp new">
        <pc:chgData name="Vijaya Lakshmi V" userId="S::vijayavageesh@gnits.in::4344058e-bd1b-4220-9dbc-9d0ba7f69dd4" providerId="AD" clId="Web-{9E579065-865A-F5CB-D4A7-4ED6F793E0A9}" dt="2021-11-02T17:06:37.028" v="502" actId="14100"/>
        <pc:sldMkLst>
          <pc:docMk/>
          <pc:sldMk cId="1801696800" sldId="268"/>
        </pc:sldMkLst>
        <pc:spChg chg="mod">
          <ac:chgData name="Vijaya Lakshmi V" userId="S::vijayavageesh@gnits.in::4344058e-bd1b-4220-9dbc-9d0ba7f69dd4" providerId="AD" clId="Web-{9E579065-865A-F5CB-D4A7-4ED6F793E0A9}" dt="2021-11-02T17:04:15.043" v="435" actId="20577"/>
          <ac:spMkLst>
            <pc:docMk/>
            <pc:sldMk cId="1801696800" sldId="268"/>
            <ac:spMk id="2" creationId="{1FC3D952-B0E1-4A4E-9DCA-C0A33AAF069C}"/>
          </ac:spMkLst>
        </pc:spChg>
        <pc:spChg chg="mod">
          <ac:chgData name="Vijaya Lakshmi V" userId="S::vijayavageesh@gnits.in::4344058e-bd1b-4220-9dbc-9d0ba7f69dd4" providerId="AD" clId="Web-{9E579065-865A-F5CB-D4A7-4ED6F793E0A9}" dt="2021-11-02T17:06:37.028" v="502" actId="14100"/>
          <ac:spMkLst>
            <pc:docMk/>
            <pc:sldMk cId="1801696800" sldId="268"/>
            <ac:spMk id="3" creationId="{3E7BC8D2-C5F7-4EB6-8B2B-A512DCB4BFA4}"/>
          </ac:spMkLst>
        </pc:spChg>
      </pc:sldChg>
      <pc:sldChg chg="modSp new">
        <pc:chgData name="Vijaya Lakshmi V" userId="S::vijayavageesh@gnits.in::4344058e-bd1b-4220-9dbc-9d0ba7f69dd4" providerId="AD" clId="Web-{9E579065-865A-F5CB-D4A7-4ED6F793E0A9}" dt="2021-11-02T17:14:15.467" v="606" actId="20577"/>
        <pc:sldMkLst>
          <pc:docMk/>
          <pc:sldMk cId="1393245865" sldId="269"/>
        </pc:sldMkLst>
        <pc:spChg chg="mod">
          <ac:chgData name="Vijaya Lakshmi V" userId="S::vijayavageesh@gnits.in::4344058e-bd1b-4220-9dbc-9d0ba7f69dd4" providerId="AD" clId="Web-{9E579065-865A-F5CB-D4A7-4ED6F793E0A9}" dt="2021-11-02T17:12:31.436" v="592" actId="14100"/>
          <ac:spMkLst>
            <pc:docMk/>
            <pc:sldMk cId="1393245865" sldId="269"/>
            <ac:spMk id="2" creationId="{4C1D592A-9C3D-4D7B-B33F-F890D071B466}"/>
          </ac:spMkLst>
        </pc:spChg>
        <pc:spChg chg="mod">
          <ac:chgData name="Vijaya Lakshmi V" userId="S::vijayavageesh@gnits.in::4344058e-bd1b-4220-9dbc-9d0ba7f69dd4" providerId="AD" clId="Web-{9E579065-865A-F5CB-D4A7-4ED6F793E0A9}" dt="2021-11-02T17:14:15.467" v="606" actId="20577"/>
          <ac:spMkLst>
            <pc:docMk/>
            <pc:sldMk cId="1393245865" sldId="269"/>
            <ac:spMk id="3" creationId="{4DA632D4-F60B-4005-95F3-50DABB7597B1}"/>
          </ac:spMkLst>
        </pc:spChg>
      </pc:sldChg>
      <pc:sldChg chg="modSp new">
        <pc:chgData name="Vijaya Lakshmi V" userId="S::vijayavageesh@gnits.in::4344058e-bd1b-4220-9dbc-9d0ba7f69dd4" providerId="AD" clId="Web-{9E579065-865A-F5CB-D4A7-4ED6F793E0A9}" dt="2021-11-02T17:14:39.327" v="608" actId="20577"/>
        <pc:sldMkLst>
          <pc:docMk/>
          <pc:sldMk cId="2920011241" sldId="270"/>
        </pc:sldMkLst>
        <pc:spChg chg="mod">
          <ac:chgData name="Vijaya Lakshmi V" userId="S::vijayavageesh@gnits.in::4344058e-bd1b-4220-9dbc-9d0ba7f69dd4" providerId="AD" clId="Web-{9E579065-865A-F5CB-D4A7-4ED6F793E0A9}" dt="2021-11-02T17:14:39.327" v="608" actId="20577"/>
          <ac:spMkLst>
            <pc:docMk/>
            <pc:sldMk cId="2920011241" sldId="270"/>
            <ac:spMk id="2" creationId="{BCB37759-2A03-4479-8E70-DD6AACC97871}"/>
          </ac:spMkLst>
        </pc:spChg>
      </pc:sldChg>
      <pc:sldMasterChg chg="del delSldLayout">
        <pc:chgData name="Vijaya Lakshmi V" userId="S::vijayavageesh@gnits.in::4344058e-bd1b-4220-9dbc-9d0ba7f69dd4" providerId="AD" clId="Web-{9E579065-865A-F5CB-D4A7-4ED6F793E0A9}" dt="2021-11-02T13:24:01.893" v="3"/>
        <pc:sldMasterMkLst>
          <pc:docMk/>
          <pc:sldMasterMk cId="2803737116" sldId="2147483742"/>
        </pc:sldMasterMkLst>
        <pc:sldLayoutChg chg="del">
          <pc:chgData name="Vijaya Lakshmi V" userId="S::vijayavageesh@gnits.in::4344058e-bd1b-4220-9dbc-9d0ba7f69dd4" providerId="AD" clId="Web-{9E579065-865A-F5CB-D4A7-4ED6F793E0A9}" dt="2021-11-02T13:24:01.893" v="3"/>
          <pc:sldLayoutMkLst>
            <pc:docMk/>
            <pc:sldMasterMk cId="2803737116" sldId="2147483742"/>
            <pc:sldLayoutMk cId="209654350" sldId="2147483743"/>
          </pc:sldLayoutMkLst>
        </pc:sldLayoutChg>
        <pc:sldLayoutChg chg="del">
          <pc:chgData name="Vijaya Lakshmi V" userId="S::vijayavageesh@gnits.in::4344058e-bd1b-4220-9dbc-9d0ba7f69dd4" providerId="AD" clId="Web-{9E579065-865A-F5CB-D4A7-4ED6F793E0A9}" dt="2021-11-02T13:24:01.893" v="3"/>
          <pc:sldLayoutMkLst>
            <pc:docMk/>
            <pc:sldMasterMk cId="2803737116" sldId="2147483742"/>
            <pc:sldLayoutMk cId="1293449629" sldId="2147483744"/>
          </pc:sldLayoutMkLst>
        </pc:sldLayoutChg>
        <pc:sldLayoutChg chg="del">
          <pc:chgData name="Vijaya Lakshmi V" userId="S::vijayavageesh@gnits.in::4344058e-bd1b-4220-9dbc-9d0ba7f69dd4" providerId="AD" clId="Web-{9E579065-865A-F5CB-D4A7-4ED6F793E0A9}" dt="2021-11-02T13:24:01.893" v="3"/>
          <pc:sldLayoutMkLst>
            <pc:docMk/>
            <pc:sldMasterMk cId="2803737116" sldId="2147483742"/>
            <pc:sldLayoutMk cId="2455819912" sldId="2147483745"/>
          </pc:sldLayoutMkLst>
        </pc:sldLayoutChg>
        <pc:sldLayoutChg chg="del">
          <pc:chgData name="Vijaya Lakshmi V" userId="S::vijayavageesh@gnits.in::4344058e-bd1b-4220-9dbc-9d0ba7f69dd4" providerId="AD" clId="Web-{9E579065-865A-F5CB-D4A7-4ED6F793E0A9}" dt="2021-11-02T13:24:01.893" v="3"/>
          <pc:sldLayoutMkLst>
            <pc:docMk/>
            <pc:sldMasterMk cId="2803737116" sldId="2147483742"/>
            <pc:sldLayoutMk cId="2606782548" sldId="2147483746"/>
          </pc:sldLayoutMkLst>
        </pc:sldLayoutChg>
        <pc:sldLayoutChg chg="del">
          <pc:chgData name="Vijaya Lakshmi V" userId="S::vijayavageesh@gnits.in::4344058e-bd1b-4220-9dbc-9d0ba7f69dd4" providerId="AD" clId="Web-{9E579065-865A-F5CB-D4A7-4ED6F793E0A9}" dt="2021-11-02T13:24:01.893" v="3"/>
          <pc:sldLayoutMkLst>
            <pc:docMk/>
            <pc:sldMasterMk cId="2803737116" sldId="2147483742"/>
            <pc:sldLayoutMk cId="1376300526" sldId="2147483747"/>
          </pc:sldLayoutMkLst>
        </pc:sldLayoutChg>
        <pc:sldLayoutChg chg="del">
          <pc:chgData name="Vijaya Lakshmi V" userId="S::vijayavageesh@gnits.in::4344058e-bd1b-4220-9dbc-9d0ba7f69dd4" providerId="AD" clId="Web-{9E579065-865A-F5CB-D4A7-4ED6F793E0A9}" dt="2021-11-02T13:24:01.893" v="3"/>
          <pc:sldLayoutMkLst>
            <pc:docMk/>
            <pc:sldMasterMk cId="2803737116" sldId="2147483742"/>
            <pc:sldLayoutMk cId="521429083" sldId="2147483748"/>
          </pc:sldLayoutMkLst>
        </pc:sldLayoutChg>
        <pc:sldLayoutChg chg="del">
          <pc:chgData name="Vijaya Lakshmi V" userId="S::vijayavageesh@gnits.in::4344058e-bd1b-4220-9dbc-9d0ba7f69dd4" providerId="AD" clId="Web-{9E579065-865A-F5CB-D4A7-4ED6F793E0A9}" dt="2021-11-02T13:24:01.893" v="3"/>
          <pc:sldLayoutMkLst>
            <pc:docMk/>
            <pc:sldMasterMk cId="2803737116" sldId="2147483742"/>
            <pc:sldLayoutMk cId="897160561" sldId="2147483749"/>
          </pc:sldLayoutMkLst>
        </pc:sldLayoutChg>
        <pc:sldLayoutChg chg="del">
          <pc:chgData name="Vijaya Lakshmi V" userId="S::vijayavageesh@gnits.in::4344058e-bd1b-4220-9dbc-9d0ba7f69dd4" providerId="AD" clId="Web-{9E579065-865A-F5CB-D4A7-4ED6F793E0A9}" dt="2021-11-02T13:24:01.893" v="3"/>
          <pc:sldLayoutMkLst>
            <pc:docMk/>
            <pc:sldMasterMk cId="2803737116" sldId="2147483742"/>
            <pc:sldLayoutMk cId="1598106827" sldId="2147483750"/>
          </pc:sldLayoutMkLst>
        </pc:sldLayoutChg>
        <pc:sldLayoutChg chg="del">
          <pc:chgData name="Vijaya Lakshmi V" userId="S::vijayavageesh@gnits.in::4344058e-bd1b-4220-9dbc-9d0ba7f69dd4" providerId="AD" clId="Web-{9E579065-865A-F5CB-D4A7-4ED6F793E0A9}" dt="2021-11-02T13:24:01.893" v="3"/>
          <pc:sldLayoutMkLst>
            <pc:docMk/>
            <pc:sldMasterMk cId="2803737116" sldId="2147483742"/>
            <pc:sldLayoutMk cId="2747543747" sldId="2147483751"/>
          </pc:sldLayoutMkLst>
        </pc:sldLayoutChg>
        <pc:sldLayoutChg chg="del">
          <pc:chgData name="Vijaya Lakshmi V" userId="S::vijayavageesh@gnits.in::4344058e-bd1b-4220-9dbc-9d0ba7f69dd4" providerId="AD" clId="Web-{9E579065-865A-F5CB-D4A7-4ED6F793E0A9}" dt="2021-11-02T13:24:01.893" v="3"/>
          <pc:sldLayoutMkLst>
            <pc:docMk/>
            <pc:sldMasterMk cId="2803737116" sldId="2147483742"/>
            <pc:sldLayoutMk cId="1654354072" sldId="2147483752"/>
          </pc:sldLayoutMkLst>
        </pc:sldLayoutChg>
        <pc:sldLayoutChg chg="del">
          <pc:chgData name="Vijaya Lakshmi V" userId="S::vijayavageesh@gnits.in::4344058e-bd1b-4220-9dbc-9d0ba7f69dd4" providerId="AD" clId="Web-{9E579065-865A-F5CB-D4A7-4ED6F793E0A9}" dt="2021-11-02T13:24:01.893" v="3"/>
          <pc:sldLayoutMkLst>
            <pc:docMk/>
            <pc:sldMasterMk cId="2803737116" sldId="2147483742"/>
            <pc:sldLayoutMk cId="3481730706" sldId="2147483753"/>
          </pc:sldLayoutMkLst>
        </pc:sldLayoutChg>
        <pc:sldLayoutChg chg="del">
          <pc:chgData name="Vijaya Lakshmi V" userId="S::vijayavageesh@gnits.in::4344058e-bd1b-4220-9dbc-9d0ba7f69dd4" providerId="AD" clId="Web-{9E579065-865A-F5CB-D4A7-4ED6F793E0A9}" dt="2021-11-02T13:24:01.893" v="3"/>
          <pc:sldLayoutMkLst>
            <pc:docMk/>
            <pc:sldMasterMk cId="2803737116" sldId="2147483742"/>
            <pc:sldLayoutMk cId="271974016" sldId="2147483754"/>
          </pc:sldLayoutMkLst>
        </pc:sldLayoutChg>
        <pc:sldLayoutChg chg="del">
          <pc:chgData name="Vijaya Lakshmi V" userId="S::vijayavageesh@gnits.in::4344058e-bd1b-4220-9dbc-9d0ba7f69dd4" providerId="AD" clId="Web-{9E579065-865A-F5CB-D4A7-4ED6F793E0A9}" dt="2021-11-02T13:24:01.893" v="3"/>
          <pc:sldLayoutMkLst>
            <pc:docMk/>
            <pc:sldMasterMk cId="2803737116" sldId="2147483742"/>
            <pc:sldLayoutMk cId="1249615309" sldId="2147483755"/>
          </pc:sldLayoutMkLst>
        </pc:sldLayoutChg>
        <pc:sldLayoutChg chg="del">
          <pc:chgData name="Vijaya Lakshmi V" userId="S::vijayavageesh@gnits.in::4344058e-bd1b-4220-9dbc-9d0ba7f69dd4" providerId="AD" clId="Web-{9E579065-865A-F5CB-D4A7-4ED6F793E0A9}" dt="2021-11-02T13:24:01.893" v="3"/>
          <pc:sldLayoutMkLst>
            <pc:docMk/>
            <pc:sldMasterMk cId="2803737116" sldId="2147483742"/>
            <pc:sldLayoutMk cId="2316939683" sldId="2147483756"/>
          </pc:sldLayoutMkLst>
        </pc:sldLayoutChg>
        <pc:sldLayoutChg chg="del">
          <pc:chgData name="Vijaya Lakshmi V" userId="S::vijayavageesh@gnits.in::4344058e-bd1b-4220-9dbc-9d0ba7f69dd4" providerId="AD" clId="Web-{9E579065-865A-F5CB-D4A7-4ED6F793E0A9}" dt="2021-11-02T13:24:01.893" v="3"/>
          <pc:sldLayoutMkLst>
            <pc:docMk/>
            <pc:sldMasterMk cId="2803737116" sldId="2147483742"/>
            <pc:sldLayoutMk cId="2058145497" sldId="2147483757"/>
          </pc:sldLayoutMkLst>
        </pc:sldLayoutChg>
        <pc:sldLayoutChg chg="del">
          <pc:chgData name="Vijaya Lakshmi V" userId="S::vijayavageesh@gnits.in::4344058e-bd1b-4220-9dbc-9d0ba7f69dd4" providerId="AD" clId="Web-{9E579065-865A-F5CB-D4A7-4ED6F793E0A9}" dt="2021-11-02T13:24:01.893" v="3"/>
          <pc:sldLayoutMkLst>
            <pc:docMk/>
            <pc:sldMasterMk cId="2803737116" sldId="2147483742"/>
            <pc:sldLayoutMk cId="450603157" sldId="2147483758"/>
          </pc:sldLayoutMkLst>
        </pc:sldLayoutChg>
      </pc:sldMasterChg>
      <pc:sldMasterChg chg="add addSldLayout modSldLayout">
        <pc:chgData name="Vijaya Lakshmi V" userId="S::vijayavageesh@gnits.in::4344058e-bd1b-4220-9dbc-9d0ba7f69dd4" providerId="AD" clId="Web-{9E579065-865A-F5CB-D4A7-4ED6F793E0A9}" dt="2021-11-02T13:24:01.893" v="3"/>
        <pc:sldMasterMkLst>
          <pc:docMk/>
          <pc:sldMasterMk cId="3997842318" sldId="2147483759"/>
        </pc:sldMasterMkLst>
        <pc:sldLayoutChg chg="add mod replId">
          <pc:chgData name="Vijaya Lakshmi V" userId="S::vijayavageesh@gnits.in::4344058e-bd1b-4220-9dbc-9d0ba7f69dd4" providerId="AD" clId="Web-{9E579065-865A-F5CB-D4A7-4ED6F793E0A9}" dt="2021-11-02T13:24:01.893" v="3"/>
          <pc:sldLayoutMkLst>
            <pc:docMk/>
            <pc:sldMasterMk cId="3997842318" sldId="2147483759"/>
            <pc:sldLayoutMk cId="1590922159" sldId="2147483760"/>
          </pc:sldLayoutMkLst>
        </pc:sldLayoutChg>
        <pc:sldLayoutChg chg="add mod replId">
          <pc:chgData name="Vijaya Lakshmi V" userId="S::vijayavageesh@gnits.in::4344058e-bd1b-4220-9dbc-9d0ba7f69dd4" providerId="AD" clId="Web-{9E579065-865A-F5CB-D4A7-4ED6F793E0A9}" dt="2021-11-02T13:24:01.893" v="3"/>
          <pc:sldLayoutMkLst>
            <pc:docMk/>
            <pc:sldMasterMk cId="3997842318" sldId="2147483759"/>
            <pc:sldLayoutMk cId="2479679644" sldId="2147483761"/>
          </pc:sldLayoutMkLst>
        </pc:sldLayoutChg>
        <pc:sldLayoutChg chg="add mod replId">
          <pc:chgData name="Vijaya Lakshmi V" userId="S::vijayavageesh@gnits.in::4344058e-bd1b-4220-9dbc-9d0ba7f69dd4" providerId="AD" clId="Web-{9E579065-865A-F5CB-D4A7-4ED6F793E0A9}" dt="2021-11-02T13:24:01.893" v="3"/>
          <pc:sldLayoutMkLst>
            <pc:docMk/>
            <pc:sldMasterMk cId="3997842318" sldId="2147483759"/>
            <pc:sldLayoutMk cId="2336367788" sldId="2147483762"/>
          </pc:sldLayoutMkLst>
        </pc:sldLayoutChg>
        <pc:sldLayoutChg chg="add mod replId">
          <pc:chgData name="Vijaya Lakshmi V" userId="S::vijayavageesh@gnits.in::4344058e-bd1b-4220-9dbc-9d0ba7f69dd4" providerId="AD" clId="Web-{9E579065-865A-F5CB-D4A7-4ED6F793E0A9}" dt="2021-11-02T13:24:01.893" v="3"/>
          <pc:sldLayoutMkLst>
            <pc:docMk/>
            <pc:sldMasterMk cId="3997842318" sldId="2147483759"/>
            <pc:sldLayoutMk cId="3796303006" sldId="2147483763"/>
          </pc:sldLayoutMkLst>
        </pc:sldLayoutChg>
        <pc:sldLayoutChg chg="add mod replId">
          <pc:chgData name="Vijaya Lakshmi V" userId="S::vijayavageesh@gnits.in::4344058e-bd1b-4220-9dbc-9d0ba7f69dd4" providerId="AD" clId="Web-{9E579065-865A-F5CB-D4A7-4ED6F793E0A9}" dt="2021-11-02T13:24:01.893" v="3"/>
          <pc:sldLayoutMkLst>
            <pc:docMk/>
            <pc:sldMasterMk cId="3997842318" sldId="2147483759"/>
            <pc:sldLayoutMk cId="2881500385" sldId="2147483764"/>
          </pc:sldLayoutMkLst>
        </pc:sldLayoutChg>
        <pc:sldLayoutChg chg="add mod replId">
          <pc:chgData name="Vijaya Lakshmi V" userId="S::vijayavageesh@gnits.in::4344058e-bd1b-4220-9dbc-9d0ba7f69dd4" providerId="AD" clId="Web-{9E579065-865A-F5CB-D4A7-4ED6F793E0A9}" dt="2021-11-02T13:24:01.893" v="3"/>
          <pc:sldLayoutMkLst>
            <pc:docMk/>
            <pc:sldMasterMk cId="3997842318" sldId="2147483759"/>
            <pc:sldLayoutMk cId="2319309839" sldId="2147483765"/>
          </pc:sldLayoutMkLst>
        </pc:sldLayoutChg>
        <pc:sldLayoutChg chg="add mod replId">
          <pc:chgData name="Vijaya Lakshmi V" userId="S::vijayavageesh@gnits.in::4344058e-bd1b-4220-9dbc-9d0ba7f69dd4" providerId="AD" clId="Web-{9E579065-865A-F5CB-D4A7-4ED6F793E0A9}" dt="2021-11-02T13:24:01.893" v="3"/>
          <pc:sldLayoutMkLst>
            <pc:docMk/>
            <pc:sldMasterMk cId="3997842318" sldId="2147483759"/>
            <pc:sldLayoutMk cId="3790070845" sldId="2147483766"/>
          </pc:sldLayoutMkLst>
        </pc:sldLayoutChg>
        <pc:sldLayoutChg chg="add mod replId">
          <pc:chgData name="Vijaya Lakshmi V" userId="S::vijayavageesh@gnits.in::4344058e-bd1b-4220-9dbc-9d0ba7f69dd4" providerId="AD" clId="Web-{9E579065-865A-F5CB-D4A7-4ED6F793E0A9}" dt="2021-11-02T13:24:01.893" v="3"/>
          <pc:sldLayoutMkLst>
            <pc:docMk/>
            <pc:sldMasterMk cId="3997842318" sldId="2147483759"/>
            <pc:sldLayoutMk cId="2267201447" sldId="2147483767"/>
          </pc:sldLayoutMkLst>
        </pc:sldLayoutChg>
        <pc:sldLayoutChg chg="add mod replId">
          <pc:chgData name="Vijaya Lakshmi V" userId="S::vijayavageesh@gnits.in::4344058e-bd1b-4220-9dbc-9d0ba7f69dd4" providerId="AD" clId="Web-{9E579065-865A-F5CB-D4A7-4ED6F793E0A9}" dt="2021-11-02T13:24:01.893" v="3"/>
          <pc:sldLayoutMkLst>
            <pc:docMk/>
            <pc:sldMasterMk cId="3997842318" sldId="2147483759"/>
            <pc:sldLayoutMk cId="412672397" sldId="2147483768"/>
          </pc:sldLayoutMkLst>
        </pc:sldLayoutChg>
        <pc:sldLayoutChg chg="add mod replId">
          <pc:chgData name="Vijaya Lakshmi V" userId="S::vijayavageesh@gnits.in::4344058e-bd1b-4220-9dbc-9d0ba7f69dd4" providerId="AD" clId="Web-{9E579065-865A-F5CB-D4A7-4ED6F793E0A9}" dt="2021-11-02T13:24:01.893" v="3"/>
          <pc:sldLayoutMkLst>
            <pc:docMk/>
            <pc:sldMasterMk cId="3997842318" sldId="2147483759"/>
            <pc:sldLayoutMk cId="4113966466" sldId="2147483769"/>
          </pc:sldLayoutMkLst>
        </pc:sldLayoutChg>
        <pc:sldLayoutChg chg="add mod replId">
          <pc:chgData name="Vijaya Lakshmi V" userId="S::vijayavageesh@gnits.in::4344058e-bd1b-4220-9dbc-9d0ba7f69dd4" providerId="AD" clId="Web-{9E579065-865A-F5CB-D4A7-4ED6F793E0A9}" dt="2021-11-02T13:24:01.893" v="3"/>
          <pc:sldLayoutMkLst>
            <pc:docMk/>
            <pc:sldMasterMk cId="3997842318" sldId="2147483759"/>
            <pc:sldLayoutMk cId="3573345152" sldId="2147483770"/>
          </pc:sldLayoutMkLst>
        </pc:sldLayoutChg>
        <pc:sldLayoutChg chg="add mod replId">
          <pc:chgData name="Vijaya Lakshmi V" userId="S::vijayavageesh@gnits.in::4344058e-bd1b-4220-9dbc-9d0ba7f69dd4" providerId="AD" clId="Web-{9E579065-865A-F5CB-D4A7-4ED6F793E0A9}" dt="2021-11-02T13:24:01.893" v="3"/>
          <pc:sldLayoutMkLst>
            <pc:docMk/>
            <pc:sldMasterMk cId="3997842318" sldId="2147483759"/>
            <pc:sldLayoutMk cId="1375444830" sldId="2147483771"/>
          </pc:sldLayoutMkLst>
        </pc:sldLayoutChg>
        <pc:sldLayoutChg chg="add mod replId">
          <pc:chgData name="Vijaya Lakshmi V" userId="S::vijayavageesh@gnits.in::4344058e-bd1b-4220-9dbc-9d0ba7f69dd4" providerId="AD" clId="Web-{9E579065-865A-F5CB-D4A7-4ED6F793E0A9}" dt="2021-11-02T13:24:01.893" v="3"/>
          <pc:sldLayoutMkLst>
            <pc:docMk/>
            <pc:sldMasterMk cId="3997842318" sldId="2147483759"/>
            <pc:sldLayoutMk cId="4106418666" sldId="2147483772"/>
          </pc:sldLayoutMkLst>
        </pc:sldLayoutChg>
        <pc:sldLayoutChg chg="add mod replId">
          <pc:chgData name="Vijaya Lakshmi V" userId="S::vijayavageesh@gnits.in::4344058e-bd1b-4220-9dbc-9d0ba7f69dd4" providerId="AD" clId="Web-{9E579065-865A-F5CB-D4A7-4ED6F793E0A9}" dt="2021-11-02T13:24:01.893" v="3"/>
          <pc:sldLayoutMkLst>
            <pc:docMk/>
            <pc:sldMasterMk cId="3997842318" sldId="2147483759"/>
            <pc:sldLayoutMk cId="903587307" sldId="2147483773"/>
          </pc:sldLayoutMkLst>
        </pc:sldLayoutChg>
        <pc:sldLayoutChg chg="add mod replId">
          <pc:chgData name="Vijaya Lakshmi V" userId="S::vijayavageesh@gnits.in::4344058e-bd1b-4220-9dbc-9d0ba7f69dd4" providerId="AD" clId="Web-{9E579065-865A-F5CB-D4A7-4ED6F793E0A9}" dt="2021-11-02T13:24:01.893" v="3"/>
          <pc:sldLayoutMkLst>
            <pc:docMk/>
            <pc:sldMasterMk cId="3997842318" sldId="2147483759"/>
            <pc:sldLayoutMk cId="3436440630" sldId="2147483774"/>
          </pc:sldLayoutMkLst>
        </pc:sldLayoutChg>
        <pc:sldLayoutChg chg="add mod replId">
          <pc:chgData name="Vijaya Lakshmi V" userId="S::vijayavageesh@gnits.in::4344058e-bd1b-4220-9dbc-9d0ba7f69dd4" providerId="AD" clId="Web-{9E579065-865A-F5CB-D4A7-4ED6F793E0A9}" dt="2021-11-02T13:24:01.893" v="3"/>
          <pc:sldLayoutMkLst>
            <pc:docMk/>
            <pc:sldMasterMk cId="3997842318" sldId="2147483759"/>
            <pc:sldLayoutMk cId="3498115334" sldId="2147483775"/>
          </pc:sldLayoutMkLst>
        </pc:sldLayoutChg>
      </pc:sldMaster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dirty="0"/>
              <a:t>Click to edit Master title style</a:t>
            </a:r>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B61BEF0D-F0BB-DE4B-95CE-6DB70DBA9567}" type="datetimeFigureOut">
              <a:rPr lang="en-US" dirty="0"/>
              <a:pPr/>
              <a:t>3/22/2026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5909221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42A54C80-263E-416B-A8E0-580EDEADCBDC}" type="datetimeFigureOut">
              <a:rPr lang="en-US" dirty="0"/>
              <a:pPr/>
              <a:t>3/22/2026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dirty="0"/>
              <a:pPr/>
              <a:t>‹#›</a:t>
            </a:fld>
            <a:endParaRPr lang="en-US" dirty="0"/>
          </a:p>
        </p:txBody>
      </p:sp>
    </p:spTree>
    <p:extLst>
      <p:ext uri="{BB962C8B-B14F-4D97-AF65-F5344CB8AC3E}">
        <p14:creationId xmlns:p14="http://schemas.microsoft.com/office/powerpoint/2010/main" val="24796796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dirty="0"/>
              <a:t>Click to edit Master title style</a:t>
            </a:r>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3363677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sz="half" idx="1"/>
          </p:nvPr>
        </p:nvSpPr>
        <p:spPr>
          <a:xfrm>
            <a:off x="677334" y="2160589"/>
            <a:ext cx="4184035" cy="388077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5089970" y="2160589"/>
            <a:ext cx="4184034" cy="388077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42A54C80-263E-416B-A8E0-580EDEADCBDC}" type="datetimeFigureOut">
              <a:rPr lang="en-US" dirty="0"/>
              <a:pPr/>
              <a:t>3/22/2026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pPr/>
              <a:t>‹#›</a:t>
            </a:fld>
            <a:endParaRPr lang="en-US" dirty="0"/>
          </a:p>
        </p:txBody>
      </p:sp>
    </p:spTree>
    <p:extLst>
      <p:ext uri="{BB962C8B-B14F-4D97-AF65-F5344CB8AC3E}">
        <p14:creationId xmlns:p14="http://schemas.microsoft.com/office/powerpoint/2010/main" val="37963030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dirty="0"/>
              <a:t>Click to edit Master title style</a:t>
            </a:r>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B61BEF0D-F0BB-DE4B-95CE-6DB70DBA9567}" type="datetimeFigureOut">
              <a:rPr lang="en-US" dirty="0"/>
              <a:pPr/>
              <a:t>3/22/2026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8815003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dirty="0"/>
              <a:t>Click to edit Master title style</a:t>
            </a:r>
          </a:p>
        </p:txBody>
      </p:sp>
      <p:sp>
        <p:nvSpPr>
          <p:cNvPr id="3" name="Date Placeholder 2"/>
          <p:cNvSpPr>
            <a:spLocks noGrp="1"/>
          </p:cNvSpPr>
          <p:nvPr>
            <p:ph type="dt" sz="half" idx="10"/>
          </p:nvPr>
        </p:nvSpPr>
        <p:spPr/>
        <p:txBody>
          <a:bodyPr/>
          <a:lstStyle/>
          <a:p>
            <a:fld id="{B61BEF0D-F0BB-DE4B-95CE-6DB70DBA9567}" type="datetimeFigureOut">
              <a:rPr lang="en-US" dirty="0"/>
              <a:pPr/>
              <a:t>3/22/2026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3193098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3/22/2026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7900708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dirty="0"/>
              <a:t>Click to edit Master title style</a:t>
            </a:r>
          </a:p>
        </p:txBody>
      </p:sp>
      <p:sp>
        <p:nvSpPr>
          <p:cNvPr id="3" name="Content Placeholder 2"/>
          <p:cNvSpPr>
            <a:spLocks noGrp="1"/>
          </p:cNvSpPr>
          <p:nvPr>
            <p:ph idx="1"/>
          </p:nvPr>
        </p:nvSpPr>
        <p:spPr>
          <a:xfrm>
            <a:off x="4760461" y="514924"/>
            <a:ext cx="4513541" cy="5526437"/>
          </a:xfrm>
        </p:spPr>
        <p:txBody>
          <a:bodyPr>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pPr/>
              <a:t>3/22/2026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pPr/>
              <a:t>‹#›</a:t>
            </a:fld>
            <a:endParaRPr lang="en-US" dirty="0"/>
          </a:p>
        </p:txBody>
      </p:sp>
    </p:spTree>
    <p:extLst>
      <p:ext uri="{BB962C8B-B14F-4D97-AF65-F5344CB8AC3E}">
        <p14:creationId xmlns:p14="http://schemas.microsoft.com/office/powerpoint/2010/main" val="22672014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dirty="0"/>
              <a:t>Click to edit Master title style</a:t>
            </a:r>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3/22/2026</a:t>
            </a:fld>
            <a:endParaRPr lang="en-US" dirty="0"/>
          </a:p>
        </p:txBody>
      </p:sp>
    </p:spTree>
    <p:extLst>
      <p:ext uri="{BB962C8B-B14F-4D97-AF65-F5344CB8AC3E}">
        <p14:creationId xmlns:p14="http://schemas.microsoft.com/office/powerpoint/2010/main" val="4126723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dirty="0"/>
              <a:t>Click to edit Master title style</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1139664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dirty="0"/>
              <a:t>Click to edit Master title style</a:t>
            </a:r>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57334515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dirty="0"/>
              <a:t>Click to edit Master title style</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37544483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dirty="0"/>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1064186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dirty="0"/>
              <a:t>Click to edit Master title style</a:t>
            </a:r>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dirty="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90358730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Vertical Text Placeholder 2"/>
          <p:cNvSpPr>
            <a:spLocks noGrp="1"/>
          </p:cNvSpPr>
          <p:nvPr>
            <p:ph type="body" orient="vert" idx="1"/>
          </p:nvPr>
        </p:nvSpPr>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5C6B4A9-1611-4792-9094-5F34BCA07E0B}" type="datetimeFigureOut">
              <a:rPr lang="en-US" dirty="0"/>
              <a:pPr/>
              <a:t>3/22/2026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pPr/>
              <a:t>‹#›</a:t>
            </a:fld>
            <a:endParaRPr lang="en-US" dirty="0"/>
          </a:p>
        </p:txBody>
      </p:sp>
    </p:spTree>
    <p:extLst>
      <p:ext uri="{BB962C8B-B14F-4D97-AF65-F5344CB8AC3E}">
        <p14:creationId xmlns:p14="http://schemas.microsoft.com/office/powerpoint/2010/main" val="34364406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dirty="0"/>
              <a:t>Click to edit Master title style</a:t>
            </a:r>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B61BEF0D-F0BB-DE4B-95CE-6DB70DBA9567}" type="datetimeFigureOut">
              <a:rPr lang="en-US" dirty="0"/>
              <a:pPr/>
              <a:t>3/22/2026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4981153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3/22/2026</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3997842318"/>
      </p:ext>
    </p:extLst>
  </p:cSld>
  <p:clrMap bg1="lt1" tx1="dk1" bg2="lt2" tx2="dk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 id="2147483764" r:id="rId5"/>
    <p:sldLayoutId id="2147483765" r:id="rId6"/>
    <p:sldLayoutId id="2147483766" r:id="rId7"/>
    <p:sldLayoutId id="2147483767" r:id="rId8"/>
    <p:sldLayoutId id="2147483768" r:id="rId9"/>
    <p:sldLayoutId id="2147483769" r:id="rId10"/>
    <p:sldLayoutId id="2147483770" r:id="rId11"/>
    <p:sldLayoutId id="2147483771" r:id="rId12"/>
    <p:sldLayoutId id="2147483772" r:id="rId13"/>
    <p:sldLayoutId id="2147483773" r:id="rId14"/>
    <p:sldLayoutId id="2147483774" r:id="rId15"/>
    <p:sldLayoutId id="2147483775"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8DFA3A0-76E2-4C67-9825-8D318264F210}"/>
              </a:ext>
            </a:extLst>
          </p:cNvPr>
          <p:cNvSpPr>
            <a:spLocks noGrp="1"/>
          </p:cNvSpPr>
          <p:nvPr>
            <p:ph type="ctrTitle"/>
          </p:nvPr>
        </p:nvSpPr>
        <p:spPr>
          <a:xfrm>
            <a:off x="814110" y="1503680"/>
            <a:ext cx="8459893" cy="2618276"/>
          </a:xfrm>
        </p:spPr>
        <p:txBody>
          <a:bodyPr>
            <a:normAutofit/>
          </a:bodyPr>
          <a:lstStyle/>
          <a:p>
            <a:r>
              <a:rPr lang="en-US" sz="3200" b="1" dirty="0" smtClean="0"/>
              <a:t>UNIT-V</a:t>
            </a:r>
            <a:r>
              <a:rPr lang="en-US" sz="3100" b="1" dirty="0" smtClean="0"/>
              <a:t/>
            </a:r>
            <a:br>
              <a:rPr lang="en-US" sz="3100" b="1" dirty="0" smtClean="0"/>
            </a:br>
            <a:r>
              <a:rPr lang="en-IN" dirty="0"/>
              <a:t/>
            </a:r>
            <a:br>
              <a:rPr lang="en-IN" dirty="0"/>
            </a:br>
            <a:endParaRPr lang="en-US" dirty="0"/>
          </a:p>
        </p:txBody>
      </p:sp>
      <p:sp>
        <p:nvSpPr>
          <p:cNvPr id="5" name="Subtitle 4">
            <a:extLst>
              <a:ext uri="{FF2B5EF4-FFF2-40B4-BE49-F238E27FC236}">
                <a16:creationId xmlns:a16="http://schemas.microsoft.com/office/drawing/2014/main" id="{0FF2BE7B-DA1D-478A-9A0F-0683CCAE2AB3}"/>
              </a:ext>
            </a:extLst>
          </p:cNvPr>
          <p:cNvSpPr>
            <a:spLocks noGrp="1"/>
          </p:cNvSpPr>
          <p:nvPr>
            <p:ph type="subTitle" idx="1"/>
          </p:nvPr>
        </p:nvSpPr>
        <p:spPr/>
        <p:txBody>
          <a:bodyPr>
            <a:normAutofit fontScale="85000" lnSpcReduction="10000"/>
          </a:bodyPr>
          <a:lstStyle/>
          <a:p>
            <a:r>
              <a:rPr lang="en-US" sz="4800" b="1" dirty="0"/>
              <a:t>Entrepreneurial Business Plan</a:t>
            </a:r>
            <a:endParaRPr lang="en-US" sz="4800" dirty="0">
              <a:solidFill>
                <a:schemeClr val="tx1"/>
              </a:solidFill>
            </a:endParaRPr>
          </a:p>
        </p:txBody>
      </p:sp>
    </p:spTree>
    <p:extLst>
      <p:ext uri="{BB962C8B-B14F-4D97-AF65-F5344CB8AC3E}">
        <p14:creationId xmlns:p14="http://schemas.microsoft.com/office/powerpoint/2010/main" val="517950254"/>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6A2254-5D51-4C7D-B271-AACDAA33A91B}"/>
              </a:ext>
            </a:extLst>
          </p:cNvPr>
          <p:cNvSpPr>
            <a:spLocks noGrp="1"/>
          </p:cNvSpPr>
          <p:nvPr>
            <p:ph type="title"/>
          </p:nvPr>
        </p:nvSpPr>
        <p:spPr>
          <a:xfrm>
            <a:off x="677334" y="262218"/>
            <a:ext cx="8596668" cy="771712"/>
          </a:xfrm>
        </p:spPr>
        <p:txBody>
          <a:bodyPr>
            <a:normAutofit/>
          </a:bodyPr>
          <a:lstStyle/>
          <a:p>
            <a:r>
              <a:rPr lang="en-US" sz="4400" dirty="0" smtClean="0"/>
              <a:t>Business Plan-Introduction</a:t>
            </a:r>
            <a:endParaRPr lang="en-US" sz="4400" dirty="0"/>
          </a:p>
        </p:txBody>
      </p:sp>
      <p:sp>
        <p:nvSpPr>
          <p:cNvPr id="3" name="Content Placeholder 2">
            <a:extLst>
              <a:ext uri="{FF2B5EF4-FFF2-40B4-BE49-F238E27FC236}">
                <a16:creationId xmlns:a16="http://schemas.microsoft.com/office/drawing/2014/main" id="{385AC94F-FD7A-4EFB-AD9E-EC3350E7A3FA}"/>
              </a:ext>
            </a:extLst>
          </p:cNvPr>
          <p:cNvSpPr>
            <a:spLocks noGrp="1"/>
          </p:cNvSpPr>
          <p:nvPr>
            <p:ph idx="1"/>
          </p:nvPr>
        </p:nvSpPr>
        <p:spPr>
          <a:xfrm>
            <a:off x="677334" y="1263396"/>
            <a:ext cx="10477086" cy="5171256"/>
          </a:xfrm>
        </p:spPr>
        <p:txBody>
          <a:bodyPr vert="horz" lIns="91440" tIns="45720" rIns="91440" bIns="45720" rtlCol="0" anchor="t">
            <a:noAutofit/>
          </a:bodyPr>
          <a:lstStyle/>
          <a:p>
            <a:pPr algn="just">
              <a:lnSpc>
                <a:spcPct val="150000"/>
              </a:lnSpc>
              <a:spcBef>
                <a:spcPts val="0"/>
              </a:spcBef>
            </a:pPr>
            <a:r>
              <a:rPr lang="en-US" sz="2800" dirty="0" smtClean="0"/>
              <a:t>Business </a:t>
            </a:r>
            <a:r>
              <a:rPr lang="en-US" sz="2800" dirty="0"/>
              <a:t>plan is a written statement of what an entrepreneur proposes to take up. It is a kind of guide </a:t>
            </a:r>
            <a:r>
              <a:rPr lang="en-US" sz="2800" dirty="0" smtClean="0"/>
              <a:t>for </a:t>
            </a:r>
            <a:r>
              <a:rPr lang="en-US" sz="2800" dirty="0"/>
              <a:t>or course of action what the entrepreneur hopes to achieve in his business and how is he going to achieve it. In other words, business plan serves like a kind of big road map to reach the destination determined by the entrepreneur. </a:t>
            </a:r>
            <a:endParaRPr lang="en-US" sz="2600" b="1" dirty="0"/>
          </a:p>
        </p:txBody>
      </p:sp>
    </p:spTree>
    <p:extLst>
      <p:ext uri="{BB962C8B-B14F-4D97-AF65-F5344CB8AC3E}">
        <p14:creationId xmlns:p14="http://schemas.microsoft.com/office/powerpoint/2010/main" val="7235967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A8B2A-28B4-42EE-A595-75E1A0A74CDD}"/>
              </a:ext>
            </a:extLst>
          </p:cNvPr>
          <p:cNvSpPr>
            <a:spLocks noGrp="1"/>
          </p:cNvSpPr>
          <p:nvPr>
            <p:ph type="title"/>
          </p:nvPr>
        </p:nvSpPr>
        <p:spPr/>
        <p:txBody>
          <a:bodyPr/>
          <a:lstStyle/>
          <a:p>
            <a:r>
              <a:rPr lang="en-US" dirty="0"/>
              <a:t>Business </a:t>
            </a:r>
            <a:r>
              <a:rPr lang="en-US" dirty="0" smtClean="0"/>
              <a:t>Plan-Definition</a:t>
            </a:r>
            <a:endParaRPr lang="en-US" dirty="0"/>
          </a:p>
        </p:txBody>
      </p:sp>
      <p:sp>
        <p:nvSpPr>
          <p:cNvPr id="3" name="Content Placeholder 2">
            <a:extLst>
              <a:ext uri="{FF2B5EF4-FFF2-40B4-BE49-F238E27FC236}">
                <a16:creationId xmlns:a16="http://schemas.microsoft.com/office/drawing/2014/main" id="{67E8ABC3-137A-4EA1-9F86-29CB1A5879EA}"/>
              </a:ext>
            </a:extLst>
          </p:cNvPr>
          <p:cNvSpPr>
            <a:spLocks noGrp="1"/>
          </p:cNvSpPr>
          <p:nvPr>
            <p:ph idx="1"/>
          </p:nvPr>
        </p:nvSpPr>
        <p:spPr>
          <a:xfrm>
            <a:off x="363570" y="1442720"/>
            <a:ext cx="10477150" cy="5120639"/>
          </a:xfrm>
        </p:spPr>
        <p:txBody>
          <a:bodyPr vert="horz" lIns="91440" tIns="45720" rIns="91440" bIns="45720" rtlCol="0" anchor="t">
            <a:noAutofit/>
          </a:bodyPr>
          <a:lstStyle/>
          <a:p>
            <a:pPr algn="just">
              <a:lnSpc>
                <a:spcPct val="150000"/>
              </a:lnSpc>
              <a:spcBef>
                <a:spcPts val="0"/>
              </a:spcBef>
            </a:pPr>
            <a:r>
              <a:rPr lang="en-US" sz="2800" b="1" dirty="0"/>
              <a:t>Mar J. </a:t>
            </a:r>
            <a:r>
              <a:rPr lang="en-US" sz="2800" b="1" dirty="0" err="1"/>
              <a:t>Dollinger</a:t>
            </a:r>
            <a:r>
              <a:rPr lang="en-US" sz="2800" b="1" dirty="0"/>
              <a:t> </a:t>
            </a:r>
            <a:r>
              <a:rPr lang="en-US" sz="2800" dirty="0"/>
              <a:t>has defined the business plan as “the formal written expression of the entrepreneurial vision, describing the strategy and operations of the proposed venture.” </a:t>
            </a:r>
            <a:endParaRPr lang="en-US" sz="2800" dirty="0" smtClean="0"/>
          </a:p>
          <a:p>
            <a:pPr algn="just">
              <a:lnSpc>
                <a:spcPct val="150000"/>
              </a:lnSpc>
              <a:spcBef>
                <a:spcPts val="0"/>
              </a:spcBef>
            </a:pPr>
            <a:r>
              <a:rPr lang="en-US" sz="2800" b="1" dirty="0"/>
              <a:t>According to Jack M. Kaplan</a:t>
            </a:r>
            <a:r>
              <a:rPr lang="en-US" sz="2800" dirty="0"/>
              <a:t>, “The term business plan means the development of a written document that spells out like a roadmap where you are, where you want to be, and how you want to get there.”</a:t>
            </a:r>
            <a:endParaRPr lang="en-US" sz="2400" dirty="0"/>
          </a:p>
        </p:txBody>
      </p:sp>
    </p:spTree>
    <p:extLst>
      <p:ext uri="{BB962C8B-B14F-4D97-AF65-F5344CB8AC3E}">
        <p14:creationId xmlns:p14="http://schemas.microsoft.com/office/powerpoint/2010/main" val="277128495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Preparation of Business </a:t>
            </a:r>
            <a:r>
              <a:rPr lang="en-IN" dirty="0" smtClean="0"/>
              <a:t>Plan-Steps</a:t>
            </a:r>
            <a:endParaRPr lang="en-IN" dirty="0"/>
          </a:p>
        </p:txBody>
      </p:sp>
      <p:sp>
        <p:nvSpPr>
          <p:cNvPr id="3" name="Content Placeholder 2"/>
          <p:cNvSpPr>
            <a:spLocks noGrp="1"/>
          </p:cNvSpPr>
          <p:nvPr>
            <p:ph idx="1"/>
          </p:nvPr>
        </p:nvSpPr>
        <p:spPr/>
        <p:txBody>
          <a:bodyPr>
            <a:noAutofit/>
          </a:bodyPr>
          <a:lstStyle/>
          <a:p>
            <a:pPr>
              <a:lnSpc>
                <a:spcPct val="150000"/>
              </a:lnSpc>
              <a:spcBef>
                <a:spcPts val="0"/>
              </a:spcBef>
            </a:pPr>
            <a:r>
              <a:rPr lang="en-IN" sz="2800" dirty="0">
                <a:latin typeface="Times New Roman" panose="02020603050405020304" pitchFamily="18" charset="0"/>
                <a:cs typeface="Times New Roman" panose="02020603050405020304" pitchFamily="18" charset="0"/>
              </a:rPr>
              <a:t>Identify Business </a:t>
            </a:r>
            <a:r>
              <a:rPr lang="en-IN" sz="2800" dirty="0" smtClean="0">
                <a:latin typeface="Times New Roman" panose="02020603050405020304" pitchFamily="18" charset="0"/>
                <a:cs typeface="Times New Roman" panose="02020603050405020304" pitchFamily="18" charset="0"/>
              </a:rPr>
              <a:t>Idea</a:t>
            </a:r>
          </a:p>
          <a:p>
            <a:pPr>
              <a:lnSpc>
                <a:spcPct val="150000"/>
              </a:lnSpc>
              <a:spcBef>
                <a:spcPts val="0"/>
              </a:spcBef>
            </a:pPr>
            <a:r>
              <a:rPr lang="en-IN" sz="2800" dirty="0">
                <a:latin typeface="Times New Roman" panose="02020603050405020304" pitchFamily="18" charset="0"/>
                <a:cs typeface="Times New Roman" panose="02020603050405020304" pitchFamily="18" charset="0"/>
              </a:rPr>
              <a:t>Market </a:t>
            </a:r>
            <a:r>
              <a:rPr lang="en-IN" sz="2800" dirty="0" smtClean="0">
                <a:latin typeface="Times New Roman" panose="02020603050405020304" pitchFamily="18" charset="0"/>
                <a:cs typeface="Times New Roman" panose="02020603050405020304" pitchFamily="18" charset="0"/>
              </a:rPr>
              <a:t>Research</a:t>
            </a:r>
          </a:p>
          <a:p>
            <a:pPr>
              <a:lnSpc>
                <a:spcPct val="150000"/>
              </a:lnSpc>
              <a:spcBef>
                <a:spcPts val="0"/>
              </a:spcBef>
            </a:pPr>
            <a:r>
              <a:rPr lang="en-IN" sz="2800" dirty="0">
                <a:latin typeface="Times New Roman" panose="02020603050405020304" pitchFamily="18" charset="0"/>
                <a:cs typeface="Times New Roman" panose="02020603050405020304" pitchFamily="18" charset="0"/>
              </a:rPr>
              <a:t>Feasibility </a:t>
            </a:r>
            <a:r>
              <a:rPr lang="en-IN" sz="2800" dirty="0" smtClean="0">
                <a:latin typeface="Times New Roman" panose="02020603050405020304" pitchFamily="18" charset="0"/>
                <a:cs typeface="Times New Roman" panose="02020603050405020304" pitchFamily="18" charset="0"/>
              </a:rPr>
              <a:t>Analysis</a:t>
            </a:r>
          </a:p>
          <a:p>
            <a:pPr>
              <a:lnSpc>
                <a:spcPct val="150000"/>
              </a:lnSpc>
              <a:spcBef>
                <a:spcPts val="0"/>
              </a:spcBef>
            </a:pPr>
            <a:r>
              <a:rPr lang="en-IN" sz="2800" dirty="0">
                <a:latin typeface="Times New Roman" panose="02020603050405020304" pitchFamily="18" charset="0"/>
                <a:cs typeface="Times New Roman" panose="02020603050405020304" pitchFamily="18" charset="0"/>
              </a:rPr>
              <a:t>Define </a:t>
            </a:r>
            <a:r>
              <a:rPr lang="en-IN" sz="2800" dirty="0" smtClean="0">
                <a:latin typeface="Times New Roman" panose="02020603050405020304" pitchFamily="18" charset="0"/>
                <a:cs typeface="Times New Roman" panose="02020603050405020304" pitchFamily="18" charset="0"/>
              </a:rPr>
              <a:t>Objectives</a:t>
            </a:r>
          </a:p>
          <a:p>
            <a:pPr>
              <a:lnSpc>
                <a:spcPct val="150000"/>
              </a:lnSpc>
              <a:spcBef>
                <a:spcPts val="0"/>
              </a:spcBef>
            </a:pPr>
            <a:r>
              <a:rPr lang="en-IN" sz="2800" dirty="0">
                <a:latin typeface="Times New Roman" panose="02020603050405020304" pitchFamily="18" charset="0"/>
                <a:cs typeface="Times New Roman" panose="02020603050405020304" pitchFamily="18" charset="0"/>
              </a:rPr>
              <a:t>Develop Plan </a:t>
            </a:r>
            <a:r>
              <a:rPr lang="en-IN" sz="2800" dirty="0" smtClean="0">
                <a:latin typeface="Times New Roman" panose="02020603050405020304" pitchFamily="18" charset="0"/>
                <a:cs typeface="Times New Roman" panose="02020603050405020304" pitchFamily="18" charset="0"/>
              </a:rPr>
              <a:t>Components</a:t>
            </a:r>
          </a:p>
          <a:p>
            <a:pPr>
              <a:lnSpc>
                <a:spcPct val="150000"/>
              </a:lnSpc>
              <a:spcBef>
                <a:spcPts val="0"/>
              </a:spcBef>
            </a:pPr>
            <a:r>
              <a:rPr lang="en-IN" sz="2800" dirty="0">
                <a:latin typeface="Times New Roman" panose="02020603050405020304" pitchFamily="18" charset="0"/>
                <a:cs typeface="Times New Roman" panose="02020603050405020304" pitchFamily="18" charset="0"/>
              </a:rPr>
              <a:t>Risk Assessment</a:t>
            </a:r>
          </a:p>
        </p:txBody>
      </p:sp>
    </p:spTree>
    <p:extLst>
      <p:ext uri="{BB962C8B-B14F-4D97-AF65-F5344CB8AC3E}">
        <p14:creationId xmlns:p14="http://schemas.microsoft.com/office/powerpoint/2010/main" val="11209837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Aspects to be Considered in Preparing Business Plan</a:t>
            </a:r>
            <a:endParaRPr lang="en-IN" dirty="0"/>
          </a:p>
        </p:txBody>
      </p:sp>
      <p:sp>
        <p:nvSpPr>
          <p:cNvPr id="3" name="Content Placeholder 2"/>
          <p:cNvSpPr>
            <a:spLocks noGrp="1"/>
          </p:cNvSpPr>
          <p:nvPr>
            <p:ph idx="1"/>
          </p:nvPr>
        </p:nvSpPr>
        <p:spPr>
          <a:xfrm>
            <a:off x="677334" y="2160589"/>
            <a:ext cx="8596668" cy="4250371"/>
          </a:xfrm>
        </p:spPr>
        <p:txBody>
          <a:bodyPr>
            <a:normAutofit/>
          </a:bodyPr>
          <a:lstStyle/>
          <a:p>
            <a:pPr>
              <a:lnSpc>
                <a:spcPct val="150000"/>
              </a:lnSpc>
              <a:spcBef>
                <a:spcPts val="0"/>
              </a:spcBef>
            </a:pPr>
            <a:r>
              <a:rPr lang="en-IN" sz="2400" dirty="0">
                <a:latin typeface="Times New Roman" panose="02020603050405020304" pitchFamily="18" charset="0"/>
                <a:cs typeface="Times New Roman" panose="02020603050405020304" pitchFamily="18" charset="0"/>
              </a:rPr>
              <a:t>Clarity of Business </a:t>
            </a:r>
            <a:r>
              <a:rPr lang="en-IN" sz="2400" dirty="0" smtClean="0">
                <a:latin typeface="Times New Roman" panose="02020603050405020304" pitchFamily="18" charset="0"/>
                <a:cs typeface="Times New Roman" panose="02020603050405020304" pitchFamily="18" charset="0"/>
              </a:rPr>
              <a:t>Idea</a:t>
            </a:r>
          </a:p>
          <a:p>
            <a:pPr>
              <a:lnSpc>
                <a:spcPct val="150000"/>
              </a:lnSpc>
              <a:spcBef>
                <a:spcPts val="0"/>
              </a:spcBef>
            </a:pPr>
            <a:r>
              <a:rPr lang="en-IN" sz="2400" dirty="0">
                <a:latin typeface="Times New Roman" panose="02020603050405020304" pitchFamily="18" charset="0"/>
                <a:cs typeface="Times New Roman" panose="02020603050405020304" pitchFamily="18" charset="0"/>
              </a:rPr>
              <a:t>Market </a:t>
            </a:r>
            <a:r>
              <a:rPr lang="en-IN" sz="2400" dirty="0" smtClean="0">
                <a:latin typeface="Times New Roman" panose="02020603050405020304" pitchFamily="18" charset="0"/>
                <a:cs typeface="Times New Roman" panose="02020603050405020304" pitchFamily="18" charset="0"/>
              </a:rPr>
              <a:t>Potential</a:t>
            </a:r>
          </a:p>
          <a:p>
            <a:pPr>
              <a:lnSpc>
                <a:spcPct val="150000"/>
              </a:lnSpc>
              <a:spcBef>
                <a:spcPts val="0"/>
              </a:spcBef>
            </a:pPr>
            <a:r>
              <a:rPr lang="en-IN" sz="2400" dirty="0">
                <a:latin typeface="Times New Roman" panose="02020603050405020304" pitchFamily="18" charset="0"/>
                <a:cs typeface="Times New Roman" panose="02020603050405020304" pitchFamily="18" charset="0"/>
              </a:rPr>
              <a:t>Financial </a:t>
            </a:r>
            <a:r>
              <a:rPr lang="en-IN" sz="2400" dirty="0" smtClean="0">
                <a:latin typeface="Times New Roman" panose="02020603050405020304" pitchFamily="18" charset="0"/>
                <a:cs typeface="Times New Roman" panose="02020603050405020304" pitchFamily="18" charset="0"/>
              </a:rPr>
              <a:t>Viability</a:t>
            </a:r>
          </a:p>
          <a:p>
            <a:pPr>
              <a:lnSpc>
                <a:spcPct val="150000"/>
              </a:lnSpc>
              <a:spcBef>
                <a:spcPts val="0"/>
              </a:spcBef>
            </a:pPr>
            <a:r>
              <a:rPr lang="en-IN" sz="2400" dirty="0">
                <a:latin typeface="Times New Roman" panose="02020603050405020304" pitchFamily="18" charset="0"/>
                <a:cs typeface="Times New Roman" panose="02020603050405020304" pitchFamily="18" charset="0"/>
              </a:rPr>
              <a:t>Technical </a:t>
            </a:r>
            <a:r>
              <a:rPr lang="en-IN" sz="2400" dirty="0" smtClean="0">
                <a:latin typeface="Times New Roman" panose="02020603050405020304" pitchFamily="18" charset="0"/>
                <a:cs typeface="Times New Roman" panose="02020603050405020304" pitchFamily="18" charset="0"/>
              </a:rPr>
              <a:t>Feasibility</a:t>
            </a:r>
          </a:p>
          <a:p>
            <a:pPr>
              <a:lnSpc>
                <a:spcPct val="150000"/>
              </a:lnSpc>
              <a:spcBef>
                <a:spcPts val="0"/>
              </a:spcBef>
            </a:pPr>
            <a:r>
              <a:rPr lang="en-IN" sz="2400" dirty="0">
                <a:latin typeface="Times New Roman" panose="02020603050405020304" pitchFamily="18" charset="0"/>
                <a:cs typeface="Times New Roman" panose="02020603050405020304" pitchFamily="18" charset="0"/>
              </a:rPr>
              <a:t>Legal </a:t>
            </a:r>
            <a:r>
              <a:rPr lang="en-IN" sz="2400" dirty="0" smtClean="0">
                <a:latin typeface="Times New Roman" panose="02020603050405020304" pitchFamily="18" charset="0"/>
                <a:cs typeface="Times New Roman" panose="02020603050405020304" pitchFamily="18" charset="0"/>
              </a:rPr>
              <a:t>Requirements</a:t>
            </a:r>
          </a:p>
          <a:p>
            <a:pPr>
              <a:lnSpc>
                <a:spcPct val="150000"/>
              </a:lnSpc>
              <a:spcBef>
                <a:spcPts val="0"/>
              </a:spcBef>
            </a:pPr>
            <a:r>
              <a:rPr lang="en-IN" sz="2400" dirty="0">
                <a:latin typeface="Times New Roman" panose="02020603050405020304" pitchFamily="18" charset="0"/>
                <a:cs typeface="Times New Roman" panose="02020603050405020304" pitchFamily="18" charset="0"/>
              </a:rPr>
              <a:t>Competition </a:t>
            </a:r>
            <a:r>
              <a:rPr lang="en-IN" sz="2400" dirty="0" smtClean="0">
                <a:latin typeface="Times New Roman" panose="02020603050405020304" pitchFamily="18" charset="0"/>
                <a:cs typeface="Times New Roman" panose="02020603050405020304" pitchFamily="18" charset="0"/>
              </a:rPr>
              <a:t>Analysis</a:t>
            </a:r>
          </a:p>
          <a:p>
            <a:pPr>
              <a:lnSpc>
                <a:spcPct val="150000"/>
              </a:lnSpc>
              <a:spcBef>
                <a:spcPts val="0"/>
              </a:spcBef>
            </a:pPr>
            <a:r>
              <a:rPr lang="en-IN" sz="2400" dirty="0">
                <a:latin typeface="Times New Roman" panose="02020603050405020304" pitchFamily="18" charset="0"/>
                <a:cs typeface="Times New Roman" panose="02020603050405020304" pitchFamily="18" charset="0"/>
              </a:rPr>
              <a:t>Risk Factors</a:t>
            </a:r>
          </a:p>
        </p:txBody>
      </p:sp>
    </p:spTree>
    <p:extLst>
      <p:ext uri="{BB962C8B-B14F-4D97-AF65-F5344CB8AC3E}">
        <p14:creationId xmlns:p14="http://schemas.microsoft.com/office/powerpoint/2010/main" val="14862964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D8E02D-AA8A-48EC-B2CC-D762123C545E}"/>
              </a:ext>
            </a:extLst>
          </p:cNvPr>
          <p:cNvSpPr>
            <a:spLocks noGrp="1"/>
          </p:cNvSpPr>
          <p:nvPr>
            <p:ph type="title"/>
          </p:nvPr>
        </p:nvSpPr>
        <p:spPr>
          <a:xfrm>
            <a:off x="677334" y="609600"/>
            <a:ext cx="8596668" cy="912254"/>
          </a:xfrm>
        </p:spPr>
        <p:txBody>
          <a:bodyPr>
            <a:normAutofit/>
          </a:bodyPr>
          <a:lstStyle/>
          <a:p>
            <a:r>
              <a:rPr lang="en-US" sz="3200" dirty="0"/>
              <a:t>Business </a:t>
            </a:r>
            <a:r>
              <a:rPr lang="en-US" sz="3200" dirty="0" smtClean="0"/>
              <a:t>Plan-Objectives</a:t>
            </a:r>
            <a:endParaRPr lang="en-US" sz="3200" dirty="0"/>
          </a:p>
        </p:txBody>
      </p:sp>
      <p:sp>
        <p:nvSpPr>
          <p:cNvPr id="3" name="Content Placeholder 2">
            <a:extLst>
              <a:ext uri="{FF2B5EF4-FFF2-40B4-BE49-F238E27FC236}">
                <a16:creationId xmlns:a16="http://schemas.microsoft.com/office/drawing/2014/main" id="{0EBA9556-33B0-4935-B4C4-F262E68439B4}"/>
              </a:ext>
            </a:extLst>
          </p:cNvPr>
          <p:cNvSpPr>
            <a:spLocks noGrp="1"/>
          </p:cNvSpPr>
          <p:nvPr>
            <p:ph idx="1"/>
          </p:nvPr>
        </p:nvSpPr>
        <p:spPr>
          <a:xfrm>
            <a:off x="408393" y="1521854"/>
            <a:ext cx="10188487" cy="5234546"/>
          </a:xfrm>
        </p:spPr>
        <p:txBody>
          <a:bodyPr vert="horz" lIns="91440" tIns="45720" rIns="91440" bIns="45720" rtlCol="0" anchor="t">
            <a:normAutofit/>
          </a:bodyPr>
          <a:lstStyle/>
          <a:p>
            <a:pPr algn="just"/>
            <a:r>
              <a:rPr lang="en-US" sz="2400" dirty="0"/>
              <a:t>To give direction to the vision of entrepreneur </a:t>
            </a:r>
            <a:endParaRPr lang="en-US" sz="2400" dirty="0" smtClean="0"/>
          </a:p>
          <a:p>
            <a:pPr algn="just"/>
            <a:r>
              <a:rPr lang="en-US" sz="2400" dirty="0" smtClean="0"/>
              <a:t>To </a:t>
            </a:r>
            <a:r>
              <a:rPr lang="en-US" sz="2400" dirty="0"/>
              <a:t>objectively evaluate the future prospects of the business </a:t>
            </a:r>
            <a:endParaRPr lang="en-US" sz="2400" dirty="0" smtClean="0"/>
          </a:p>
          <a:p>
            <a:pPr algn="just"/>
            <a:r>
              <a:rPr lang="en-US" sz="2400" dirty="0" smtClean="0"/>
              <a:t>To </a:t>
            </a:r>
            <a:r>
              <a:rPr lang="en-US" sz="2400" dirty="0"/>
              <a:t>monitor the progress after implementation of the plan </a:t>
            </a:r>
            <a:endParaRPr lang="en-US" sz="2400" dirty="0" smtClean="0"/>
          </a:p>
          <a:p>
            <a:pPr algn="just"/>
            <a:r>
              <a:rPr lang="en-US" sz="2400" dirty="0" smtClean="0"/>
              <a:t>To </a:t>
            </a:r>
            <a:r>
              <a:rPr lang="en-US" sz="2400" dirty="0"/>
              <a:t>seek loans from financial institutions </a:t>
            </a:r>
            <a:endParaRPr lang="en-US" sz="2400" dirty="0" smtClean="0"/>
          </a:p>
          <a:p>
            <a:pPr algn="just"/>
            <a:r>
              <a:rPr lang="en-US" sz="2400" dirty="0" smtClean="0"/>
              <a:t>To </a:t>
            </a:r>
            <a:r>
              <a:rPr lang="en-US" sz="2400" dirty="0"/>
              <a:t>facilitate the decision making process </a:t>
            </a:r>
            <a:endParaRPr lang="en-US" sz="2400" dirty="0" smtClean="0"/>
          </a:p>
          <a:p>
            <a:pPr algn="just"/>
            <a:r>
              <a:rPr lang="en-US" sz="2400" dirty="0" smtClean="0"/>
              <a:t>To </a:t>
            </a:r>
            <a:r>
              <a:rPr lang="en-US" sz="2400" dirty="0"/>
              <a:t>persuade others to join the business </a:t>
            </a:r>
            <a:endParaRPr lang="en-US" sz="2400" dirty="0" smtClean="0"/>
          </a:p>
          <a:p>
            <a:pPr algn="just"/>
            <a:r>
              <a:rPr lang="en-US" sz="2400" dirty="0" smtClean="0"/>
              <a:t>To </a:t>
            </a:r>
            <a:r>
              <a:rPr lang="en-US" sz="2400" dirty="0"/>
              <a:t>identify strengths and weaknesses present in the internal environment </a:t>
            </a:r>
            <a:endParaRPr lang="en-US" sz="2400" dirty="0" smtClean="0"/>
          </a:p>
          <a:p>
            <a:pPr algn="just"/>
            <a:r>
              <a:rPr lang="en-US" sz="2400" dirty="0" smtClean="0"/>
              <a:t>To </a:t>
            </a:r>
            <a:r>
              <a:rPr lang="en-US" sz="2400" dirty="0"/>
              <a:t>identify opportunities and threats in the external environment </a:t>
            </a:r>
            <a:endParaRPr lang="en-US" sz="2400" dirty="0" smtClean="0"/>
          </a:p>
          <a:p>
            <a:pPr algn="just"/>
            <a:r>
              <a:rPr lang="en-US" sz="2400" dirty="0" smtClean="0"/>
              <a:t>To </a:t>
            </a:r>
            <a:r>
              <a:rPr lang="en-US" sz="2400" dirty="0"/>
              <a:t>assess the feasibility of the business</a:t>
            </a:r>
            <a:endParaRPr lang="en-US" sz="2400" dirty="0" smtClean="0">
              <a:ea typeface="+mn-lt"/>
              <a:cs typeface="+mn-lt"/>
            </a:endParaRPr>
          </a:p>
        </p:txBody>
      </p:sp>
    </p:spTree>
    <p:extLst>
      <p:ext uri="{BB962C8B-B14F-4D97-AF65-F5344CB8AC3E}">
        <p14:creationId xmlns:p14="http://schemas.microsoft.com/office/powerpoint/2010/main" val="32893499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9523B-C609-4155-BD18-F0957047E42C}"/>
              </a:ext>
            </a:extLst>
          </p:cNvPr>
          <p:cNvSpPr>
            <a:spLocks noGrp="1"/>
          </p:cNvSpPr>
          <p:nvPr>
            <p:ph type="title"/>
          </p:nvPr>
        </p:nvSpPr>
        <p:spPr>
          <a:xfrm>
            <a:off x="677334" y="251012"/>
            <a:ext cx="8596668" cy="850153"/>
          </a:xfrm>
        </p:spPr>
        <p:txBody>
          <a:bodyPr>
            <a:normAutofit/>
          </a:bodyPr>
          <a:lstStyle/>
          <a:p>
            <a:r>
              <a:rPr lang="en-US" sz="4000" b="1" dirty="0" smtClean="0"/>
              <a:t>Elements of Business Plan</a:t>
            </a:r>
            <a:endParaRPr lang="en-US" sz="4000" b="1" dirty="0"/>
          </a:p>
        </p:txBody>
      </p:sp>
      <p:sp>
        <p:nvSpPr>
          <p:cNvPr id="3" name="Content Placeholder 2">
            <a:extLst>
              <a:ext uri="{FF2B5EF4-FFF2-40B4-BE49-F238E27FC236}">
                <a16:creationId xmlns:a16="http://schemas.microsoft.com/office/drawing/2014/main" id="{EA851195-0F6D-467A-93AB-2972909C48E1}"/>
              </a:ext>
            </a:extLst>
          </p:cNvPr>
          <p:cNvSpPr>
            <a:spLocks noGrp="1"/>
          </p:cNvSpPr>
          <p:nvPr>
            <p:ph idx="1"/>
          </p:nvPr>
        </p:nvSpPr>
        <p:spPr>
          <a:xfrm>
            <a:off x="374776" y="1185678"/>
            <a:ext cx="9784489" cy="4855684"/>
          </a:xfrm>
        </p:spPr>
        <p:txBody>
          <a:bodyPr vert="horz" lIns="91440" tIns="45720" rIns="91440" bIns="45720" rtlCol="0" anchor="t">
            <a:normAutofit/>
          </a:bodyPr>
          <a:lstStyle/>
          <a:p>
            <a:pPr>
              <a:lnSpc>
                <a:spcPct val="200000"/>
              </a:lnSpc>
            </a:pPr>
            <a:r>
              <a:rPr lang="en-IN" sz="2000" dirty="0"/>
              <a:t>Executive </a:t>
            </a:r>
            <a:r>
              <a:rPr lang="en-IN" sz="2000" dirty="0" smtClean="0"/>
              <a:t>summary</a:t>
            </a:r>
          </a:p>
          <a:p>
            <a:pPr>
              <a:lnSpc>
                <a:spcPct val="200000"/>
              </a:lnSpc>
            </a:pPr>
            <a:r>
              <a:rPr lang="en-IN" sz="2000" dirty="0"/>
              <a:t>Products and </a:t>
            </a:r>
            <a:r>
              <a:rPr lang="en-IN" sz="2000" dirty="0" smtClean="0"/>
              <a:t>services</a:t>
            </a:r>
          </a:p>
          <a:p>
            <a:pPr>
              <a:lnSpc>
                <a:spcPct val="200000"/>
              </a:lnSpc>
            </a:pPr>
            <a:r>
              <a:rPr lang="en-IN" sz="2000" dirty="0"/>
              <a:t>Market </a:t>
            </a:r>
            <a:r>
              <a:rPr lang="en-IN" sz="2000" dirty="0" smtClean="0"/>
              <a:t>analysis</a:t>
            </a:r>
          </a:p>
          <a:p>
            <a:pPr>
              <a:lnSpc>
                <a:spcPct val="200000"/>
              </a:lnSpc>
            </a:pPr>
            <a:r>
              <a:rPr lang="en-IN" sz="2000" dirty="0"/>
              <a:t>Marketing </a:t>
            </a:r>
            <a:r>
              <a:rPr lang="en-IN" sz="2000" dirty="0" smtClean="0"/>
              <a:t>strategy</a:t>
            </a:r>
          </a:p>
          <a:p>
            <a:pPr>
              <a:lnSpc>
                <a:spcPct val="200000"/>
              </a:lnSpc>
            </a:pPr>
            <a:r>
              <a:rPr lang="en-IN" sz="2000" dirty="0" smtClean="0"/>
              <a:t>Financial planning</a:t>
            </a:r>
          </a:p>
          <a:p>
            <a:pPr>
              <a:lnSpc>
                <a:spcPct val="200000"/>
              </a:lnSpc>
            </a:pPr>
            <a:r>
              <a:rPr lang="en-IN" sz="2000" dirty="0"/>
              <a:t>Budget</a:t>
            </a:r>
            <a:endParaRPr lang="en-US" sz="2000" dirty="0"/>
          </a:p>
        </p:txBody>
      </p:sp>
    </p:spTree>
    <p:extLst>
      <p:ext uri="{BB962C8B-B14F-4D97-AF65-F5344CB8AC3E}">
        <p14:creationId xmlns:p14="http://schemas.microsoft.com/office/powerpoint/2010/main" val="28792841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460461-9687-4843-AC10-7E29A0C08602}"/>
              </a:ext>
            </a:extLst>
          </p:cNvPr>
          <p:cNvSpPr>
            <a:spLocks noGrp="1"/>
          </p:cNvSpPr>
          <p:nvPr>
            <p:ph type="title"/>
          </p:nvPr>
        </p:nvSpPr>
        <p:spPr>
          <a:xfrm>
            <a:off x="677334" y="329453"/>
            <a:ext cx="8596668" cy="816536"/>
          </a:xfrm>
        </p:spPr>
        <p:txBody>
          <a:bodyPr>
            <a:normAutofit/>
          </a:bodyPr>
          <a:lstStyle/>
          <a:p>
            <a:r>
              <a:rPr lang="en-IN" sz="4000" dirty="0"/>
              <a:t>Manufacturing and Operations Plan</a:t>
            </a:r>
            <a:endParaRPr lang="en-US" sz="4000" b="1" dirty="0"/>
          </a:p>
        </p:txBody>
      </p:sp>
      <p:sp>
        <p:nvSpPr>
          <p:cNvPr id="3" name="Content Placeholder 2">
            <a:extLst>
              <a:ext uri="{FF2B5EF4-FFF2-40B4-BE49-F238E27FC236}">
                <a16:creationId xmlns:a16="http://schemas.microsoft.com/office/drawing/2014/main" id="{E92BB5FE-5D20-4B7E-AB79-670A1E9F1BB7}"/>
              </a:ext>
            </a:extLst>
          </p:cNvPr>
          <p:cNvSpPr>
            <a:spLocks noGrp="1"/>
          </p:cNvSpPr>
          <p:nvPr>
            <p:ph idx="1"/>
          </p:nvPr>
        </p:nvSpPr>
        <p:spPr>
          <a:xfrm>
            <a:off x="677334" y="1737360"/>
            <a:ext cx="9493137" cy="4897912"/>
          </a:xfrm>
        </p:spPr>
        <p:txBody>
          <a:bodyPr vert="horz" lIns="91440" tIns="45720" rIns="91440" bIns="45720" rtlCol="0" anchor="t">
            <a:noAutofit/>
          </a:bodyPr>
          <a:lstStyle/>
          <a:p>
            <a:pPr algn="just">
              <a:lnSpc>
                <a:spcPct val="150000"/>
              </a:lnSpc>
              <a:spcBef>
                <a:spcPts val="0"/>
              </a:spcBef>
            </a:pPr>
            <a:r>
              <a:rPr lang="en-US" sz="2800" dirty="0">
                <a:latin typeface="Times New Roman" panose="02020603050405020304" pitchFamily="18" charset="0"/>
                <a:cs typeface="Times New Roman" panose="02020603050405020304" pitchFamily="18" charset="0"/>
              </a:rPr>
              <a:t>The manufacturing and operations plan needs to include such factors as plant location, the type of facilities needed, space requirements, capital equipment requirements, and labor force (both full- and part-time) requirements. A service business may require particular attention to location (proximity to customers is generally a must), minimizing overhead, and obtaining competitive productivity from a labor force.</a:t>
            </a:r>
            <a:endParaRPr lang="en-US"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90107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599"/>
            <a:ext cx="3020906" cy="995681"/>
          </a:xfrm>
        </p:spPr>
        <p:txBody>
          <a:bodyPr>
            <a:normAutofit fontScale="90000"/>
          </a:bodyPr>
          <a:lstStyle/>
          <a:p>
            <a:r>
              <a:rPr lang="en-US" dirty="0" smtClean="0"/>
              <a:t>Production Planning</a:t>
            </a:r>
            <a:endParaRPr lang="en-IN" dirty="0"/>
          </a:p>
        </p:txBody>
      </p:sp>
      <p:sp>
        <p:nvSpPr>
          <p:cNvPr id="3" name="Content Placeholder 2"/>
          <p:cNvSpPr>
            <a:spLocks noGrp="1"/>
          </p:cNvSpPr>
          <p:nvPr>
            <p:ph idx="1"/>
          </p:nvPr>
        </p:nvSpPr>
        <p:spPr>
          <a:xfrm>
            <a:off x="677334" y="1605281"/>
            <a:ext cx="3142826" cy="5252720"/>
          </a:xfrm>
        </p:spPr>
        <p:txBody>
          <a:bodyPr>
            <a:normAutofit fontScale="92500"/>
          </a:bodyPr>
          <a:lstStyle/>
          <a:p>
            <a:pPr algn="just">
              <a:lnSpc>
                <a:spcPct val="150000"/>
              </a:lnSpc>
              <a:spcBef>
                <a:spcPts val="0"/>
              </a:spcBef>
            </a:pPr>
            <a:r>
              <a:rPr lang="en-US" sz="2400" dirty="0">
                <a:latin typeface="Times New Roman" panose="02020603050405020304" pitchFamily="18" charset="0"/>
                <a:cs typeface="Times New Roman" panose="02020603050405020304" pitchFamily="18" charset="0"/>
              </a:rPr>
              <a:t>According to Ray Wild, production planning is defined as :</a:t>
            </a:r>
            <a:r>
              <a:rPr lang="en-US" sz="2400" dirty="0" smtClean="0">
                <a:latin typeface="Times New Roman" panose="02020603050405020304" pitchFamily="18" charset="0"/>
                <a:cs typeface="Times New Roman" panose="02020603050405020304" pitchFamily="18" charset="0"/>
              </a:rPr>
              <a:t> </a:t>
            </a:r>
          </a:p>
          <a:p>
            <a:pPr algn="just">
              <a:lnSpc>
                <a:spcPct val="150000"/>
              </a:lnSpc>
              <a:spcBef>
                <a:spcPts val="0"/>
              </a:spcBef>
            </a:pPr>
            <a:r>
              <a:rPr lang="en-US" sz="2400" dirty="0" smtClean="0">
                <a:latin typeface="Times New Roman" panose="02020603050405020304" pitchFamily="18" charset="0"/>
                <a:cs typeface="Times New Roman" panose="02020603050405020304" pitchFamily="18" charset="0"/>
              </a:rPr>
              <a:t>"</a:t>
            </a:r>
            <a:r>
              <a:rPr lang="en-US" sz="2400" dirty="0">
                <a:latin typeface="Times New Roman" panose="02020603050405020304" pitchFamily="18" charset="0"/>
                <a:cs typeface="Times New Roman" panose="02020603050405020304" pitchFamily="18" charset="0"/>
              </a:rPr>
              <a:t>Production Planning is concerned with the determination, acquisition and arrangement of all facilities necessary for future operations</a:t>
            </a:r>
            <a:r>
              <a:rPr lang="en-US" sz="2400" dirty="0" smtClean="0">
                <a:latin typeface="Times New Roman" panose="02020603050405020304" pitchFamily="18" charset="0"/>
                <a:cs typeface="Times New Roman" panose="02020603050405020304" pitchFamily="18" charset="0"/>
              </a:rPr>
              <a:t>.“</a:t>
            </a:r>
          </a:p>
          <a:p>
            <a:pPr algn="just">
              <a:lnSpc>
                <a:spcPct val="150000"/>
              </a:lnSpc>
              <a:spcBef>
                <a:spcPts val="0"/>
              </a:spcBef>
            </a:pPr>
            <a:endParaRPr lang="en-IN" sz="2400" dirty="0">
              <a:latin typeface="Times New Roman" panose="02020603050405020304" pitchFamily="18"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3936590" y="416560"/>
            <a:ext cx="7503570" cy="6441440"/>
          </a:xfrm>
          <a:prstGeom prst="rect">
            <a:avLst/>
          </a:prstGeom>
        </p:spPr>
      </p:pic>
    </p:spTree>
    <p:extLst>
      <p:ext uri="{BB962C8B-B14F-4D97-AF65-F5344CB8AC3E}">
        <p14:creationId xmlns:p14="http://schemas.microsoft.com/office/powerpoint/2010/main" val="4721022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426720"/>
            <a:ext cx="8596668" cy="731520"/>
          </a:xfrm>
        </p:spPr>
        <p:txBody>
          <a:bodyPr/>
          <a:lstStyle/>
          <a:p>
            <a:r>
              <a:rPr lang="en-IN" dirty="0"/>
              <a:t>Objectives of Production Planning</a:t>
            </a:r>
            <a:endParaRPr lang="en-IN" dirty="0"/>
          </a:p>
        </p:txBody>
      </p:sp>
      <p:sp>
        <p:nvSpPr>
          <p:cNvPr id="3" name="Content Placeholder 2"/>
          <p:cNvSpPr>
            <a:spLocks noGrp="1"/>
          </p:cNvSpPr>
          <p:nvPr>
            <p:ph idx="1"/>
          </p:nvPr>
        </p:nvSpPr>
        <p:spPr>
          <a:xfrm>
            <a:off x="677334" y="1534161"/>
            <a:ext cx="8596668" cy="4507202"/>
          </a:xfrm>
        </p:spPr>
        <p:txBody>
          <a:bodyPr/>
          <a:lstStyle/>
          <a:p>
            <a:r>
              <a:rPr lang="en-IN" dirty="0"/>
              <a:t>Effective utilization of </a:t>
            </a:r>
            <a:r>
              <a:rPr lang="en-IN" dirty="0" smtClean="0"/>
              <a:t>resources</a:t>
            </a:r>
          </a:p>
          <a:p>
            <a:r>
              <a:rPr lang="en-IN" dirty="0"/>
              <a:t>Steady flow of </a:t>
            </a:r>
            <a:r>
              <a:rPr lang="en-IN" dirty="0" smtClean="0"/>
              <a:t>production</a:t>
            </a:r>
          </a:p>
          <a:p>
            <a:r>
              <a:rPr lang="en-IN" dirty="0"/>
              <a:t>Estimate the </a:t>
            </a:r>
            <a:r>
              <a:rPr lang="en-IN" dirty="0" smtClean="0"/>
              <a:t>resources</a:t>
            </a:r>
          </a:p>
          <a:p>
            <a:r>
              <a:rPr lang="en-IN" dirty="0"/>
              <a:t>Ensures optimum </a:t>
            </a:r>
            <a:r>
              <a:rPr lang="en-IN" dirty="0" smtClean="0"/>
              <a:t>inventory</a:t>
            </a:r>
          </a:p>
          <a:p>
            <a:r>
              <a:rPr lang="en-IN" dirty="0"/>
              <a:t>Coordinates activities of </a:t>
            </a:r>
            <a:r>
              <a:rPr lang="en-IN" dirty="0" smtClean="0"/>
              <a:t>departments</a:t>
            </a:r>
          </a:p>
          <a:p>
            <a:r>
              <a:rPr lang="en-US" dirty="0"/>
              <a:t>Minimize wastage of raw </a:t>
            </a:r>
            <a:r>
              <a:rPr lang="en-US" dirty="0" smtClean="0"/>
              <a:t>materials</a:t>
            </a:r>
          </a:p>
          <a:p>
            <a:r>
              <a:rPr lang="en-IN" dirty="0"/>
              <a:t>Improves the </a:t>
            </a:r>
            <a:r>
              <a:rPr lang="en-IN" dirty="0" err="1"/>
              <a:t>labor</a:t>
            </a:r>
            <a:r>
              <a:rPr lang="en-IN" dirty="0"/>
              <a:t> </a:t>
            </a:r>
            <a:r>
              <a:rPr lang="en-IN" dirty="0" smtClean="0"/>
              <a:t>productivity</a:t>
            </a:r>
          </a:p>
          <a:p>
            <a:r>
              <a:rPr lang="en-US" dirty="0"/>
              <a:t>Helps to capture the </a:t>
            </a:r>
            <a:r>
              <a:rPr lang="en-US" dirty="0" smtClean="0"/>
              <a:t>market</a:t>
            </a:r>
          </a:p>
          <a:p>
            <a:r>
              <a:rPr lang="en-US" dirty="0"/>
              <a:t>Provides a better work environment</a:t>
            </a:r>
            <a:r>
              <a:rPr lang="en-US" dirty="0" smtClean="0"/>
              <a:t>:</a:t>
            </a:r>
          </a:p>
          <a:p>
            <a:r>
              <a:rPr lang="en-IN" dirty="0"/>
              <a:t>Facilitates quality </a:t>
            </a:r>
            <a:r>
              <a:rPr lang="en-IN" dirty="0" smtClean="0"/>
              <a:t>improvement</a:t>
            </a:r>
          </a:p>
          <a:p>
            <a:r>
              <a:rPr lang="en-IN" dirty="0"/>
              <a:t>Reduces the production costs</a:t>
            </a:r>
            <a:endParaRPr lang="en-IN" dirty="0"/>
          </a:p>
        </p:txBody>
      </p:sp>
    </p:spTree>
    <p:extLst>
      <p:ext uri="{BB962C8B-B14F-4D97-AF65-F5344CB8AC3E}">
        <p14:creationId xmlns:p14="http://schemas.microsoft.com/office/powerpoint/2010/main" val="36451850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62000"/>
          </a:xfrm>
        </p:spPr>
        <p:txBody>
          <a:bodyPr/>
          <a:lstStyle/>
          <a:p>
            <a:r>
              <a:rPr lang="en-US" dirty="0" smtClean="0"/>
              <a:t>Risk Assessment in Entrepreneurship</a:t>
            </a:r>
            <a:endParaRPr lang="en-IN" dirty="0"/>
          </a:p>
        </p:txBody>
      </p:sp>
      <p:sp>
        <p:nvSpPr>
          <p:cNvPr id="3" name="Content Placeholder 2"/>
          <p:cNvSpPr>
            <a:spLocks noGrp="1"/>
          </p:cNvSpPr>
          <p:nvPr>
            <p:ph idx="1"/>
          </p:nvPr>
        </p:nvSpPr>
        <p:spPr>
          <a:xfrm>
            <a:off x="677334" y="1520509"/>
            <a:ext cx="8596668" cy="4778691"/>
          </a:xfrm>
        </p:spPr>
        <p:txBody>
          <a:bodyPr>
            <a:normAutofit fontScale="92500" lnSpcReduction="20000"/>
          </a:bodyPr>
          <a:lstStyle/>
          <a:p>
            <a:pPr marL="0" indent="0" algn="just">
              <a:lnSpc>
                <a:spcPct val="170000"/>
              </a:lnSpc>
              <a:spcBef>
                <a:spcPts val="0"/>
              </a:spcBef>
              <a:buNone/>
            </a:pPr>
            <a:r>
              <a:rPr lang="en-US" sz="2400" dirty="0"/>
              <a:t>Every business involves uncertainty. An entrepreneur may face problems like lack of funds, competition, or changing customer needs. These uncertainties are called risks. To handle them effectively, entrepreneurs use risk assessment, which helps in identifying, analyzing, and managing risks</a:t>
            </a:r>
            <a:r>
              <a:rPr lang="en-US" sz="2800" dirty="0"/>
              <a:t>. </a:t>
            </a:r>
            <a:endParaRPr lang="en-US" sz="2800" b="1" dirty="0" smtClean="0"/>
          </a:p>
          <a:p>
            <a:pPr marL="0" indent="0">
              <a:buNone/>
            </a:pPr>
            <a:endParaRPr lang="en-US" sz="2800" b="1" dirty="0"/>
          </a:p>
          <a:p>
            <a:r>
              <a:rPr lang="en-US" sz="2800" b="1" dirty="0" smtClean="0"/>
              <a:t>Risk </a:t>
            </a:r>
            <a:r>
              <a:rPr lang="en-US" sz="2800" b="1" dirty="0"/>
              <a:t>Assessment is the process of:</a:t>
            </a:r>
          </a:p>
          <a:p>
            <a:pPr lvl="1"/>
            <a:r>
              <a:rPr lang="en-US" sz="2400" b="1" dirty="0"/>
              <a:t>Identifying potential risks</a:t>
            </a:r>
            <a:r>
              <a:rPr lang="en-US" sz="2400" dirty="0"/>
              <a:t> </a:t>
            </a:r>
          </a:p>
          <a:p>
            <a:pPr lvl="1"/>
            <a:r>
              <a:rPr lang="en-US" sz="2400" b="1" dirty="0"/>
              <a:t>Analyzing their impact</a:t>
            </a:r>
            <a:r>
              <a:rPr lang="en-US" sz="2400" dirty="0"/>
              <a:t> </a:t>
            </a:r>
          </a:p>
          <a:p>
            <a:pPr lvl="1"/>
            <a:r>
              <a:rPr lang="en-US" sz="2400" b="1" dirty="0"/>
              <a:t>Developing strategies to minimize or manage them</a:t>
            </a:r>
            <a:endParaRPr lang="en-US" sz="2400" dirty="0"/>
          </a:p>
          <a:p>
            <a:pPr lvl="1"/>
            <a:endParaRPr lang="en-IN" sz="2400" dirty="0"/>
          </a:p>
        </p:txBody>
      </p:sp>
    </p:spTree>
    <p:extLst>
      <p:ext uri="{BB962C8B-B14F-4D97-AF65-F5344CB8AC3E}">
        <p14:creationId xmlns:p14="http://schemas.microsoft.com/office/powerpoint/2010/main" val="20389118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Importance of Risk Assessment</a:t>
            </a:r>
          </a:p>
        </p:txBody>
      </p:sp>
      <p:sp>
        <p:nvSpPr>
          <p:cNvPr id="3" name="Content Placeholder 2"/>
          <p:cNvSpPr>
            <a:spLocks noGrp="1"/>
          </p:cNvSpPr>
          <p:nvPr>
            <p:ph idx="1"/>
          </p:nvPr>
        </p:nvSpPr>
        <p:spPr/>
        <p:txBody>
          <a:bodyPr>
            <a:normAutofit/>
          </a:bodyPr>
          <a:lstStyle/>
          <a:p>
            <a:pPr>
              <a:lnSpc>
                <a:spcPct val="150000"/>
              </a:lnSpc>
              <a:spcBef>
                <a:spcPts val="0"/>
              </a:spcBef>
            </a:pPr>
            <a:r>
              <a:rPr lang="en-IN" sz="2800" dirty="0">
                <a:latin typeface="Times New Roman" panose="02020603050405020304" pitchFamily="18" charset="0"/>
                <a:cs typeface="Times New Roman" panose="02020603050405020304" pitchFamily="18" charset="0"/>
              </a:rPr>
              <a:t>Reduces </a:t>
            </a:r>
            <a:r>
              <a:rPr lang="en-IN" sz="2800" dirty="0" smtClean="0">
                <a:latin typeface="Times New Roman" panose="02020603050405020304" pitchFamily="18" charset="0"/>
                <a:cs typeface="Times New Roman" panose="02020603050405020304" pitchFamily="18" charset="0"/>
              </a:rPr>
              <a:t>Uncertainty</a:t>
            </a:r>
          </a:p>
          <a:p>
            <a:pPr>
              <a:lnSpc>
                <a:spcPct val="150000"/>
              </a:lnSpc>
              <a:spcBef>
                <a:spcPts val="0"/>
              </a:spcBef>
            </a:pPr>
            <a:r>
              <a:rPr lang="en-IN" sz="2800" dirty="0">
                <a:latin typeface="Times New Roman" panose="02020603050405020304" pitchFamily="18" charset="0"/>
                <a:cs typeface="Times New Roman" panose="02020603050405020304" pitchFamily="18" charset="0"/>
              </a:rPr>
              <a:t>Improves </a:t>
            </a:r>
            <a:r>
              <a:rPr lang="en-IN" sz="2800" dirty="0" smtClean="0">
                <a:latin typeface="Times New Roman" panose="02020603050405020304" pitchFamily="18" charset="0"/>
                <a:cs typeface="Times New Roman" panose="02020603050405020304" pitchFamily="18" charset="0"/>
              </a:rPr>
              <a:t>Decision-Making</a:t>
            </a:r>
          </a:p>
          <a:p>
            <a:pPr>
              <a:lnSpc>
                <a:spcPct val="150000"/>
              </a:lnSpc>
              <a:spcBef>
                <a:spcPts val="0"/>
              </a:spcBef>
            </a:pPr>
            <a:r>
              <a:rPr lang="en-IN" sz="2800" dirty="0">
                <a:latin typeface="Times New Roman" panose="02020603050405020304" pitchFamily="18" charset="0"/>
                <a:cs typeface="Times New Roman" panose="02020603050405020304" pitchFamily="18" charset="0"/>
              </a:rPr>
              <a:t>Prevents </a:t>
            </a:r>
            <a:r>
              <a:rPr lang="en-IN" sz="2800" dirty="0" smtClean="0">
                <a:latin typeface="Times New Roman" panose="02020603050405020304" pitchFamily="18" charset="0"/>
                <a:cs typeface="Times New Roman" panose="02020603050405020304" pitchFamily="18" charset="0"/>
              </a:rPr>
              <a:t>Losses</a:t>
            </a:r>
          </a:p>
          <a:p>
            <a:pPr>
              <a:lnSpc>
                <a:spcPct val="150000"/>
              </a:lnSpc>
              <a:spcBef>
                <a:spcPts val="0"/>
              </a:spcBef>
            </a:pPr>
            <a:r>
              <a:rPr lang="en-IN" sz="2800" dirty="0">
                <a:latin typeface="Times New Roman" panose="02020603050405020304" pitchFamily="18" charset="0"/>
                <a:cs typeface="Times New Roman" panose="02020603050405020304" pitchFamily="18" charset="0"/>
              </a:rPr>
              <a:t>Enhances Business </a:t>
            </a:r>
            <a:r>
              <a:rPr lang="en-IN" sz="2800" dirty="0" smtClean="0">
                <a:latin typeface="Times New Roman" panose="02020603050405020304" pitchFamily="18" charset="0"/>
                <a:cs typeface="Times New Roman" panose="02020603050405020304" pitchFamily="18" charset="0"/>
              </a:rPr>
              <a:t>Stability</a:t>
            </a:r>
          </a:p>
          <a:p>
            <a:pPr>
              <a:lnSpc>
                <a:spcPct val="150000"/>
              </a:lnSpc>
              <a:spcBef>
                <a:spcPts val="0"/>
              </a:spcBef>
            </a:pPr>
            <a:r>
              <a:rPr lang="en-IN" sz="2800" dirty="0">
                <a:latin typeface="Times New Roman" panose="02020603050405020304" pitchFamily="18" charset="0"/>
                <a:cs typeface="Times New Roman" panose="02020603050405020304" pitchFamily="18" charset="0"/>
              </a:rPr>
              <a:t>Increases Chances of Success</a:t>
            </a:r>
          </a:p>
        </p:txBody>
      </p:sp>
    </p:spTree>
    <p:extLst>
      <p:ext uri="{BB962C8B-B14F-4D97-AF65-F5344CB8AC3E}">
        <p14:creationId xmlns:p14="http://schemas.microsoft.com/office/powerpoint/2010/main" val="38554076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Steps in Risk Assessment</a:t>
            </a:r>
          </a:p>
        </p:txBody>
      </p:sp>
      <p:sp>
        <p:nvSpPr>
          <p:cNvPr id="3" name="Content Placeholder 2"/>
          <p:cNvSpPr>
            <a:spLocks noGrp="1"/>
          </p:cNvSpPr>
          <p:nvPr>
            <p:ph idx="1"/>
          </p:nvPr>
        </p:nvSpPr>
        <p:spPr/>
        <p:txBody>
          <a:bodyPr>
            <a:normAutofit/>
          </a:bodyPr>
          <a:lstStyle/>
          <a:p>
            <a:pPr>
              <a:lnSpc>
                <a:spcPct val="150000"/>
              </a:lnSpc>
              <a:spcBef>
                <a:spcPts val="0"/>
              </a:spcBef>
            </a:pPr>
            <a:r>
              <a:rPr lang="en-IN" sz="2800" dirty="0">
                <a:latin typeface="Times New Roman" panose="02020603050405020304" pitchFamily="18" charset="0"/>
                <a:cs typeface="Times New Roman" panose="02020603050405020304" pitchFamily="18" charset="0"/>
              </a:rPr>
              <a:t>Identify </a:t>
            </a:r>
            <a:r>
              <a:rPr lang="en-IN" sz="2800" dirty="0" smtClean="0">
                <a:latin typeface="Times New Roman" panose="02020603050405020304" pitchFamily="18" charset="0"/>
                <a:cs typeface="Times New Roman" panose="02020603050405020304" pitchFamily="18" charset="0"/>
              </a:rPr>
              <a:t>Risks</a:t>
            </a:r>
          </a:p>
          <a:p>
            <a:pPr>
              <a:lnSpc>
                <a:spcPct val="150000"/>
              </a:lnSpc>
              <a:spcBef>
                <a:spcPts val="0"/>
              </a:spcBef>
            </a:pPr>
            <a:r>
              <a:rPr lang="en-IN" sz="2800" dirty="0" err="1">
                <a:latin typeface="Times New Roman" panose="02020603050405020304" pitchFamily="18" charset="0"/>
                <a:cs typeface="Times New Roman" panose="02020603050405020304" pitchFamily="18" charset="0"/>
              </a:rPr>
              <a:t>Analyze</a:t>
            </a:r>
            <a:r>
              <a:rPr lang="en-IN" sz="2800" dirty="0">
                <a:latin typeface="Times New Roman" panose="02020603050405020304" pitchFamily="18" charset="0"/>
                <a:cs typeface="Times New Roman" panose="02020603050405020304" pitchFamily="18" charset="0"/>
              </a:rPr>
              <a:t> </a:t>
            </a:r>
            <a:r>
              <a:rPr lang="en-IN" sz="2800" dirty="0" smtClean="0">
                <a:latin typeface="Times New Roman" panose="02020603050405020304" pitchFamily="18" charset="0"/>
                <a:cs typeface="Times New Roman" panose="02020603050405020304" pitchFamily="18" charset="0"/>
              </a:rPr>
              <a:t>Risks</a:t>
            </a:r>
          </a:p>
          <a:p>
            <a:pPr>
              <a:lnSpc>
                <a:spcPct val="150000"/>
              </a:lnSpc>
              <a:spcBef>
                <a:spcPts val="0"/>
              </a:spcBef>
            </a:pPr>
            <a:r>
              <a:rPr lang="en-IN" sz="2800" dirty="0">
                <a:latin typeface="Times New Roman" panose="02020603050405020304" pitchFamily="18" charset="0"/>
                <a:cs typeface="Times New Roman" panose="02020603050405020304" pitchFamily="18" charset="0"/>
              </a:rPr>
              <a:t>Evaluate </a:t>
            </a:r>
            <a:r>
              <a:rPr lang="en-IN" sz="2800" dirty="0" smtClean="0">
                <a:latin typeface="Times New Roman" panose="02020603050405020304" pitchFamily="18" charset="0"/>
                <a:cs typeface="Times New Roman" panose="02020603050405020304" pitchFamily="18" charset="0"/>
              </a:rPr>
              <a:t>Risks</a:t>
            </a:r>
          </a:p>
          <a:p>
            <a:pPr>
              <a:lnSpc>
                <a:spcPct val="150000"/>
              </a:lnSpc>
              <a:spcBef>
                <a:spcPts val="0"/>
              </a:spcBef>
            </a:pPr>
            <a:r>
              <a:rPr lang="en-IN" sz="2800" dirty="0">
                <a:latin typeface="Times New Roman" panose="02020603050405020304" pitchFamily="18" charset="0"/>
                <a:cs typeface="Times New Roman" panose="02020603050405020304" pitchFamily="18" charset="0"/>
              </a:rPr>
              <a:t>Develop Risk Mitigation </a:t>
            </a:r>
            <a:r>
              <a:rPr lang="en-IN" sz="2800" dirty="0" smtClean="0">
                <a:latin typeface="Times New Roman" panose="02020603050405020304" pitchFamily="18" charset="0"/>
                <a:cs typeface="Times New Roman" panose="02020603050405020304" pitchFamily="18" charset="0"/>
              </a:rPr>
              <a:t>Strategies</a:t>
            </a:r>
          </a:p>
          <a:p>
            <a:pPr>
              <a:lnSpc>
                <a:spcPct val="150000"/>
              </a:lnSpc>
              <a:spcBef>
                <a:spcPts val="0"/>
              </a:spcBef>
            </a:pPr>
            <a:r>
              <a:rPr lang="en-IN" sz="2800" dirty="0">
                <a:latin typeface="Times New Roman" panose="02020603050405020304" pitchFamily="18" charset="0"/>
                <a:cs typeface="Times New Roman" panose="02020603050405020304" pitchFamily="18" charset="0"/>
              </a:rPr>
              <a:t>Monitor and Review</a:t>
            </a:r>
          </a:p>
        </p:txBody>
      </p:sp>
    </p:spTree>
    <p:extLst>
      <p:ext uri="{BB962C8B-B14F-4D97-AF65-F5344CB8AC3E}">
        <p14:creationId xmlns:p14="http://schemas.microsoft.com/office/powerpoint/2010/main" val="155827139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Types of Risks in Entrepreneurship</a:t>
            </a:r>
            <a:endParaRPr lang="en-IN"/>
          </a:p>
        </p:txBody>
      </p:sp>
      <p:sp>
        <p:nvSpPr>
          <p:cNvPr id="3" name="Content Placeholder 2"/>
          <p:cNvSpPr>
            <a:spLocks noGrp="1"/>
          </p:cNvSpPr>
          <p:nvPr>
            <p:ph idx="1"/>
          </p:nvPr>
        </p:nvSpPr>
        <p:spPr/>
        <p:txBody>
          <a:bodyPr>
            <a:noAutofit/>
          </a:bodyPr>
          <a:lstStyle/>
          <a:p>
            <a:pPr>
              <a:lnSpc>
                <a:spcPct val="150000"/>
              </a:lnSpc>
              <a:spcBef>
                <a:spcPts val="0"/>
              </a:spcBef>
            </a:pPr>
            <a:r>
              <a:rPr lang="en-IN" sz="2800" dirty="0">
                <a:latin typeface="Times New Roman" panose="02020603050405020304" pitchFamily="18" charset="0"/>
                <a:cs typeface="Times New Roman" panose="02020603050405020304" pitchFamily="18" charset="0"/>
              </a:rPr>
              <a:t>Market </a:t>
            </a:r>
            <a:r>
              <a:rPr lang="en-IN" sz="2800" dirty="0" smtClean="0">
                <a:latin typeface="Times New Roman" panose="02020603050405020304" pitchFamily="18" charset="0"/>
                <a:cs typeface="Times New Roman" panose="02020603050405020304" pitchFamily="18" charset="0"/>
              </a:rPr>
              <a:t>Risk</a:t>
            </a:r>
          </a:p>
          <a:p>
            <a:pPr>
              <a:lnSpc>
                <a:spcPct val="150000"/>
              </a:lnSpc>
              <a:spcBef>
                <a:spcPts val="0"/>
              </a:spcBef>
            </a:pPr>
            <a:r>
              <a:rPr lang="en-US" sz="2800" dirty="0" smtClean="0">
                <a:latin typeface="Times New Roman" panose="02020603050405020304" pitchFamily="18" charset="0"/>
                <a:cs typeface="Times New Roman" panose="02020603050405020304" pitchFamily="18" charset="0"/>
              </a:rPr>
              <a:t>Financial Risk</a:t>
            </a:r>
          </a:p>
          <a:p>
            <a:pPr>
              <a:lnSpc>
                <a:spcPct val="150000"/>
              </a:lnSpc>
              <a:spcBef>
                <a:spcPts val="0"/>
              </a:spcBef>
            </a:pPr>
            <a:r>
              <a:rPr lang="en-US" sz="2800" dirty="0" smtClean="0">
                <a:latin typeface="Times New Roman" panose="02020603050405020304" pitchFamily="18" charset="0"/>
                <a:cs typeface="Times New Roman" panose="02020603050405020304" pitchFamily="18" charset="0"/>
              </a:rPr>
              <a:t>Operational Risk</a:t>
            </a:r>
          </a:p>
          <a:p>
            <a:pPr>
              <a:lnSpc>
                <a:spcPct val="150000"/>
              </a:lnSpc>
              <a:spcBef>
                <a:spcPts val="0"/>
              </a:spcBef>
            </a:pPr>
            <a:r>
              <a:rPr lang="en-US" sz="2800" dirty="0" smtClean="0">
                <a:latin typeface="Times New Roman" panose="02020603050405020304" pitchFamily="18" charset="0"/>
                <a:cs typeface="Times New Roman" panose="02020603050405020304" pitchFamily="18" charset="0"/>
              </a:rPr>
              <a:t>Technological Risk</a:t>
            </a:r>
          </a:p>
          <a:p>
            <a:pPr>
              <a:lnSpc>
                <a:spcPct val="150000"/>
              </a:lnSpc>
              <a:spcBef>
                <a:spcPts val="0"/>
              </a:spcBef>
            </a:pPr>
            <a:r>
              <a:rPr lang="en-US" sz="2800" dirty="0" smtClean="0">
                <a:latin typeface="Times New Roman" panose="02020603050405020304" pitchFamily="18" charset="0"/>
                <a:cs typeface="Times New Roman" panose="02020603050405020304" pitchFamily="18" charset="0"/>
              </a:rPr>
              <a:t>Legal Risk</a:t>
            </a:r>
          </a:p>
          <a:p>
            <a:pPr>
              <a:lnSpc>
                <a:spcPct val="150000"/>
              </a:lnSpc>
              <a:spcBef>
                <a:spcPts val="0"/>
              </a:spcBef>
            </a:pPr>
            <a:r>
              <a:rPr lang="en-US" sz="2800" dirty="0" smtClean="0">
                <a:latin typeface="Times New Roman" panose="02020603050405020304" pitchFamily="18" charset="0"/>
                <a:cs typeface="Times New Roman" panose="02020603050405020304" pitchFamily="18" charset="0"/>
              </a:rPr>
              <a:t>Competitive Risk</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990553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Risk Assessment Techniques</a:t>
            </a:r>
          </a:p>
        </p:txBody>
      </p:sp>
      <p:sp>
        <p:nvSpPr>
          <p:cNvPr id="3" name="Content Placeholder 2"/>
          <p:cNvSpPr>
            <a:spLocks noGrp="1"/>
          </p:cNvSpPr>
          <p:nvPr>
            <p:ph idx="1"/>
          </p:nvPr>
        </p:nvSpPr>
        <p:spPr/>
        <p:txBody>
          <a:bodyPr>
            <a:normAutofit/>
          </a:bodyPr>
          <a:lstStyle/>
          <a:p>
            <a:pPr>
              <a:lnSpc>
                <a:spcPct val="200000"/>
              </a:lnSpc>
              <a:spcBef>
                <a:spcPts val="0"/>
              </a:spcBef>
            </a:pPr>
            <a:r>
              <a:rPr lang="en-IN" sz="2800" dirty="0">
                <a:latin typeface="Times New Roman" panose="02020603050405020304" pitchFamily="18" charset="0"/>
                <a:cs typeface="Times New Roman" panose="02020603050405020304" pitchFamily="18" charset="0"/>
              </a:rPr>
              <a:t>SWOT </a:t>
            </a:r>
            <a:r>
              <a:rPr lang="en-IN" sz="2800" dirty="0" smtClean="0">
                <a:latin typeface="Times New Roman" panose="02020603050405020304" pitchFamily="18" charset="0"/>
                <a:cs typeface="Times New Roman" panose="02020603050405020304" pitchFamily="18" charset="0"/>
              </a:rPr>
              <a:t>Analysis</a:t>
            </a:r>
          </a:p>
          <a:p>
            <a:pPr>
              <a:lnSpc>
                <a:spcPct val="200000"/>
              </a:lnSpc>
              <a:spcBef>
                <a:spcPts val="0"/>
              </a:spcBef>
            </a:pPr>
            <a:r>
              <a:rPr lang="en-IN" sz="2800" dirty="0">
                <a:latin typeface="Times New Roman" panose="02020603050405020304" pitchFamily="18" charset="0"/>
                <a:cs typeface="Times New Roman" panose="02020603050405020304" pitchFamily="18" charset="0"/>
              </a:rPr>
              <a:t>Risk </a:t>
            </a:r>
            <a:r>
              <a:rPr lang="en-IN" sz="2800" dirty="0" smtClean="0">
                <a:latin typeface="Times New Roman" panose="02020603050405020304" pitchFamily="18" charset="0"/>
                <a:cs typeface="Times New Roman" panose="02020603050405020304" pitchFamily="18" charset="0"/>
              </a:rPr>
              <a:t>Matrix</a:t>
            </a:r>
          </a:p>
          <a:p>
            <a:pPr>
              <a:lnSpc>
                <a:spcPct val="200000"/>
              </a:lnSpc>
              <a:spcBef>
                <a:spcPts val="0"/>
              </a:spcBef>
            </a:pPr>
            <a:r>
              <a:rPr lang="en-IN" sz="2800" dirty="0">
                <a:latin typeface="Times New Roman" panose="02020603050405020304" pitchFamily="18" charset="0"/>
                <a:cs typeface="Times New Roman" panose="02020603050405020304" pitchFamily="18" charset="0"/>
              </a:rPr>
              <a:t>Sensitivity </a:t>
            </a:r>
            <a:r>
              <a:rPr lang="en-IN" sz="2800" dirty="0" smtClean="0">
                <a:latin typeface="Times New Roman" panose="02020603050405020304" pitchFamily="18" charset="0"/>
                <a:cs typeface="Times New Roman" panose="02020603050405020304" pitchFamily="18" charset="0"/>
              </a:rPr>
              <a:t>Analysis</a:t>
            </a:r>
          </a:p>
          <a:p>
            <a:pPr>
              <a:lnSpc>
                <a:spcPct val="200000"/>
              </a:lnSpc>
              <a:spcBef>
                <a:spcPts val="0"/>
              </a:spcBef>
            </a:pPr>
            <a:r>
              <a:rPr lang="en-IN" sz="2800" dirty="0">
                <a:latin typeface="Times New Roman" panose="02020603050405020304" pitchFamily="18" charset="0"/>
                <a:cs typeface="Times New Roman" panose="02020603050405020304" pitchFamily="18" charset="0"/>
              </a:rPr>
              <a:t>Scenario Analysis</a:t>
            </a:r>
          </a:p>
        </p:txBody>
      </p:sp>
    </p:spTree>
    <p:extLst>
      <p:ext uri="{BB962C8B-B14F-4D97-AF65-F5344CB8AC3E}">
        <p14:creationId xmlns:p14="http://schemas.microsoft.com/office/powerpoint/2010/main" val="32371591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Risk Mitigation Strategies</a:t>
            </a:r>
          </a:p>
        </p:txBody>
      </p:sp>
      <p:sp>
        <p:nvSpPr>
          <p:cNvPr id="3" name="Content Placeholder 2"/>
          <p:cNvSpPr>
            <a:spLocks noGrp="1"/>
          </p:cNvSpPr>
          <p:nvPr>
            <p:ph idx="1"/>
          </p:nvPr>
        </p:nvSpPr>
        <p:spPr/>
        <p:txBody>
          <a:bodyPr>
            <a:normAutofit/>
          </a:bodyPr>
          <a:lstStyle/>
          <a:p>
            <a:pPr>
              <a:lnSpc>
                <a:spcPct val="200000"/>
              </a:lnSpc>
              <a:spcBef>
                <a:spcPts val="0"/>
              </a:spcBef>
            </a:pPr>
            <a:r>
              <a:rPr lang="en-IN" sz="2800" dirty="0">
                <a:latin typeface="Times New Roman" panose="02020603050405020304" pitchFamily="18" charset="0"/>
                <a:cs typeface="Times New Roman" panose="02020603050405020304" pitchFamily="18" charset="0"/>
              </a:rPr>
              <a:t>Avoid </a:t>
            </a:r>
            <a:r>
              <a:rPr lang="en-IN" sz="2800" dirty="0" smtClean="0">
                <a:latin typeface="Times New Roman" panose="02020603050405020304" pitchFamily="18" charset="0"/>
                <a:cs typeface="Times New Roman" panose="02020603050405020304" pitchFamily="18" charset="0"/>
              </a:rPr>
              <a:t>Risk</a:t>
            </a:r>
          </a:p>
          <a:p>
            <a:pPr>
              <a:lnSpc>
                <a:spcPct val="200000"/>
              </a:lnSpc>
              <a:spcBef>
                <a:spcPts val="0"/>
              </a:spcBef>
            </a:pPr>
            <a:r>
              <a:rPr lang="en-IN" sz="2800" dirty="0">
                <a:latin typeface="Times New Roman" panose="02020603050405020304" pitchFamily="18" charset="0"/>
                <a:cs typeface="Times New Roman" panose="02020603050405020304" pitchFamily="18" charset="0"/>
              </a:rPr>
              <a:t>Reduce </a:t>
            </a:r>
            <a:r>
              <a:rPr lang="en-IN" sz="2800" dirty="0" smtClean="0">
                <a:latin typeface="Times New Roman" panose="02020603050405020304" pitchFamily="18" charset="0"/>
                <a:cs typeface="Times New Roman" panose="02020603050405020304" pitchFamily="18" charset="0"/>
              </a:rPr>
              <a:t>Risk</a:t>
            </a:r>
          </a:p>
          <a:p>
            <a:pPr>
              <a:lnSpc>
                <a:spcPct val="200000"/>
              </a:lnSpc>
              <a:spcBef>
                <a:spcPts val="0"/>
              </a:spcBef>
            </a:pPr>
            <a:r>
              <a:rPr lang="en-IN" sz="2800" dirty="0">
                <a:latin typeface="Times New Roman" panose="02020603050405020304" pitchFamily="18" charset="0"/>
                <a:cs typeface="Times New Roman" panose="02020603050405020304" pitchFamily="18" charset="0"/>
              </a:rPr>
              <a:t>Transfer </a:t>
            </a:r>
            <a:r>
              <a:rPr lang="en-IN" sz="2800" dirty="0" smtClean="0">
                <a:latin typeface="Times New Roman" panose="02020603050405020304" pitchFamily="18" charset="0"/>
                <a:cs typeface="Times New Roman" panose="02020603050405020304" pitchFamily="18" charset="0"/>
              </a:rPr>
              <a:t>Risk</a:t>
            </a:r>
          </a:p>
          <a:p>
            <a:pPr>
              <a:lnSpc>
                <a:spcPct val="200000"/>
              </a:lnSpc>
              <a:spcBef>
                <a:spcPts val="0"/>
              </a:spcBef>
            </a:pPr>
            <a:r>
              <a:rPr lang="en-IN" sz="2800" dirty="0">
                <a:latin typeface="Times New Roman" panose="02020603050405020304" pitchFamily="18" charset="0"/>
                <a:cs typeface="Times New Roman" panose="02020603050405020304" pitchFamily="18" charset="0"/>
              </a:rPr>
              <a:t>Accept Risk</a:t>
            </a:r>
          </a:p>
        </p:txBody>
      </p:sp>
    </p:spTree>
    <p:extLst>
      <p:ext uri="{BB962C8B-B14F-4D97-AF65-F5344CB8AC3E}">
        <p14:creationId xmlns:p14="http://schemas.microsoft.com/office/powerpoint/2010/main" val="2558621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Role of Risk Assessment in Entrepreneurial Success</a:t>
            </a:r>
            <a:endParaRPr lang="en-IN" dirty="0"/>
          </a:p>
        </p:txBody>
      </p:sp>
      <p:sp>
        <p:nvSpPr>
          <p:cNvPr id="4" name="Rectangle 1"/>
          <p:cNvSpPr>
            <a:spLocks noGrp="1" noChangeArrowheads="1"/>
          </p:cNvSpPr>
          <p:nvPr>
            <p:ph idx="1"/>
          </p:nvPr>
        </p:nvSpPr>
        <p:spPr bwMode="auto">
          <a:xfrm>
            <a:off x="677334" y="1700321"/>
            <a:ext cx="8791786"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36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Helps in strategic planning </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36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Builds confidence among investors </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36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Ensures sustainable growth </a:t>
            </a:r>
          </a:p>
          <a:p>
            <a:pPr marL="0" marR="0" lvl="0" indent="0" algn="l" defTabSz="914400" rtl="0" eaLnBrk="0" fontAlgn="base" latinLnBrk="0" hangingPunct="0">
              <a:lnSpc>
                <a:spcPct val="200000"/>
              </a:lnSpc>
              <a:spcBef>
                <a:spcPct val="0"/>
              </a:spcBef>
              <a:spcAft>
                <a:spcPct val="0"/>
              </a:spcAft>
              <a:buClrTx/>
              <a:buSzTx/>
              <a:buFontTx/>
              <a:buChar char="•"/>
              <a:tabLst/>
            </a:pPr>
            <a:r>
              <a:rPr kumimoji="0" lang="en-US" altLang="en-US" sz="3600" i="0" u="none" strike="noStrike" cap="none" normalizeH="0" baseline="0" dirty="0" smtClean="0">
                <a:ln>
                  <a:noFill/>
                </a:ln>
                <a:solidFill>
                  <a:schemeClr val="tx1"/>
                </a:solidFill>
                <a:effectLst/>
                <a:latin typeface="Times New Roman" panose="02020603050405020304" pitchFamily="18" charset="0"/>
                <a:cs typeface="Times New Roman" panose="02020603050405020304" pitchFamily="18" charset="0"/>
              </a:rPr>
              <a:t>Enables quick response to problems </a:t>
            </a:r>
          </a:p>
        </p:txBody>
      </p:sp>
    </p:spTree>
    <p:extLst>
      <p:ext uri="{BB962C8B-B14F-4D97-AF65-F5344CB8AC3E}">
        <p14:creationId xmlns:p14="http://schemas.microsoft.com/office/powerpoint/2010/main" val="161586398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Case Study</a:t>
            </a:r>
            <a:endParaRPr lang="en-IN" dirty="0"/>
          </a:p>
        </p:txBody>
      </p:sp>
      <p:sp>
        <p:nvSpPr>
          <p:cNvPr id="3" name="Content Placeholder 2"/>
          <p:cNvSpPr>
            <a:spLocks noGrp="1"/>
          </p:cNvSpPr>
          <p:nvPr>
            <p:ph idx="1"/>
          </p:nvPr>
        </p:nvSpPr>
        <p:spPr/>
        <p:txBody>
          <a:bodyPr/>
          <a:lstStyle/>
          <a:p>
            <a:endParaRPr lang="en-IN" dirty="0"/>
          </a:p>
        </p:txBody>
      </p:sp>
    </p:spTree>
    <p:extLst>
      <p:ext uri="{BB962C8B-B14F-4D97-AF65-F5344CB8AC3E}">
        <p14:creationId xmlns:p14="http://schemas.microsoft.com/office/powerpoint/2010/main" val="1338100102"/>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docProps/app.xml><?xml version="1.0" encoding="utf-8"?>
<Properties xmlns="http://schemas.openxmlformats.org/officeDocument/2006/extended-properties" xmlns:vt="http://schemas.openxmlformats.org/officeDocument/2006/docPropsVTypes">
  <Template>office theme</Template>
  <TotalTime>834</TotalTime>
  <Words>604</Words>
  <Application>Microsoft Office PowerPoint</Application>
  <PresentationFormat>Widescreen</PresentationFormat>
  <Paragraphs>99</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Times New Roman</vt:lpstr>
      <vt:lpstr>Trebuchet MS</vt:lpstr>
      <vt:lpstr>Wingdings 3</vt:lpstr>
      <vt:lpstr>Facet</vt:lpstr>
      <vt:lpstr>UNIT-V  </vt:lpstr>
      <vt:lpstr>Business Plan-Introduction</vt:lpstr>
      <vt:lpstr>Business Plan-Definition</vt:lpstr>
      <vt:lpstr>Preparation of Business Plan-Steps</vt:lpstr>
      <vt:lpstr>Aspects to be Considered in Preparing Business Plan</vt:lpstr>
      <vt:lpstr>Business Plan-Objectives</vt:lpstr>
      <vt:lpstr>Elements of Business Plan</vt:lpstr>
      <vt:lpstr>Manufacturing and Operations Plan</vt:lpstr>
      <vt:lpstr>Production Planning</vt:lpstr>
      <vt:lpstr>Objectives of Production Planning</vt:lpstr>
      <vt:lpstr>Risk Assessment in Entrepreneurship</vt:lpstr>
      <vt:lpstr>Importance of Risk Assessment</vt:lpstr>
      <vt:lpstr>Steps in Risk Assessment</vt:lpstr>
      <vt:lpstr>Types of Risks in Entrepreneurship</vt:lpstr>
      <vt:lpstr>Risk Assessment Techniques</vt:lpstr>
      <vt:lpstr>Risk Mitigation Strategies</vt:lpstr>
      <vt:lpstr>Role of Risk Assessment in Entrepreneurial Success</vt:lpstr>
      <vt:lpstr>Case Study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Vijaya</cp:lastModifiedBy>
  <cp:revision>332</cp:revision>
  <dcterms:created xsi:type="dcterms:W3CDTF">2021-11-01T13:08:52Z</dcterms:created>
  <dcterms:modified xsi:type="dcterms:W3CDTF">2026-03-22T15:01:15Z</dcterms:modified>
</cp:coreProperties>
</file>